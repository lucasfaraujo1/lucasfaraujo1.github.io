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8" r:id="rId5"/>
    <p:sldId id="259" r:id="rId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2D30"/>
    <a:srgbClr val="002529"/>
    <a:srgbClr val="172C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89" d="100"/>
          <a:sy n="89" d="100"/>
        </p:scale>
        <p:origin x="466" y="-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2252B3-AE28-F6D6-0F48-F4A9F0B3C8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AB29A18-E649-73AA-77DF-E79D2CE2F5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0D0C2AB-400A-D0DD-6505-75B5D9354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E67E2-F4A6-4E76-9CEF-3C6C52993BFB}" type="datetimeFigureOut">
              <a:rPr lang="pt-BR" smtClean="0"/>
              <a:t>09/08/2026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CCDB2A0-C787-10EA-6E50-351D4DD6B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B8F8608-9ADF-C6F0-07B9-B28076D27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02AE4-D0DD-4FE1-8486-854A3409F36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5027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FBE9F-2F2F-CD10-948B-48157FE0B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4A92BA0-6C17-A082-CB78-3B17C33D66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77F7216-A2A9-0AD6-A9BA-04397D0D6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E67E2-F4A6-4E76-9CEF-3C6C52993BFB}" type="datetimeFigureOut">
              <a:rPr lang="pt-BR" smtClean="0"/>
              <a:t>09/08/2026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8727C9C-18CC-53C5-6832-3DAAFE8E3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36E3EE-AB58-9385-AEC4-BE5546C89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02AE4-D0DD-4FE1-8486-854A3409F36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2104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F04BD6-B890-4440-9F19-AE917636B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3BA8810-9321-0E33-827B-809CC2E110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74B2A1C-4855-16FD-6F10-4B93AF872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E67E2-F4A6-4E76-9CEF-3C6C52993BFB}" type="datetimeFigureOut">
              <a:rPr lang="pt-BR" smtClean="0"/>
              <a:t>09/08/2026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05317BA-E5DD-7C62-D5B1-093BCF367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EB5DCF7-F858-843E-9BF7-716BAAC3E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02AE4-D0DD-4FE1-8486-854A3409F36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42340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024BA7-8329-BA57-A98C-B44ADD1B7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2CD0605-A56B-49BA-E5F8-D35DBE7854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EDDDD29-AC4E-E15F-9A2C-7E70D0FFB7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9C53CCD-0C40-2AFE-2B76-156FCCC39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E67E2-F4A6-4E76-9CEF-3C6C52993BFB}" type="datetimeFigureOut">
              <a:rPr lang="pt-BR" smtClean="0"/>
              <a:t>09/08/2026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9CE0FEC-41C1-9301-DC72-B48C7A87F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7F215D2-67AC-8520-3EC0-6781CC2B6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02AE4-D0DD-4FE1-8486-854A3409F36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68425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FB67BC-CFA6-FDD8-FE57-7EC51B97B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621F336-88A8-F3B9-D8C6-B268EA6419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7C58851-78D6-1F1D-EE5E-F29D16BBB3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4421231-14BA-DDA1-6B97-A4295ECBE4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03A3C30-7956-B70E-00EE-28E7CBCF00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6CE908F-4F40-3CCC-FC8B-28C60956A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E67E2-F4A6-4E76-9CEF-3C6C52993BFB}" type="datetimeFigureOut">
              <a:rPr lang="pt-BR" smtClean="0"/>
              <a:t>09/08/2026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AA999B1-4AE7-FF73-F13A-C7CF8956D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3584B5C-18C2-41E4-DAE1-C2363FAB4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02AE4-D0DD-4FE1-8486-854A3409F36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31917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654595-30FB-F84B-5234-D02953A33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2AA3A40-D4DC-2E52-9FDC-0548C7276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E67E2-F4A6-4E76-9CEF-3C6C52993BFB}" type="datetimeFigureOut">
              <a:rPr lang="pt-BR" smtClean="0"/>
              <a:t>09/08/2026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1B1BF7E-A354-D539-155C-63A2C86D7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7ADD43A-8DA0-2132-BC3D-8DBE09B4B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02AE4-D0DD-4FE1-8486-854A3409F36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49375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E052225-D0A6-7656-63DD-06FFE5446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E67E2-F4A6-4E76-9CEF-3C6C52993BFB}" type="datetimeFigureOut">
              <a:rPr lang="pt-BR" smtClean="0"/>
              <a:t>09/08/2026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6D312E5-9C31-7050-4CB1-BAACD3B01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AF64248-3EAE-40E4-ED0F-A991CCB34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02AE4-D0DD-4FE1-8486-854A3409F36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222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6CAA4D-2C71-47AE-4041-2786A0437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F2FD09A-925B-6A96-B6E4-02B54B8BF1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5B8674A-DDC9-34A6-1FE9-B65A85C69B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FE99FE5-63AC-87DC-E9BF-19CD4C082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E67E2-F4A6-4E76-9CEF-3C6C52993BFB}" type="datetimeFigureOut">
              <a:rPr lang="pt-BR" smtClean="0"/>
              <a:t>09/08/2026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8C06FF8-1797-620A-AC28-3C1451A87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CE67A92-79EA-A429-2AD7-58FA46DC4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02AE4-D0DD-4FE1-8486-854A3409F36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2356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67A7D3-31D9-E75E-B693-FA136E460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11DE6E8-BA09-19F1-B9F2-A340690FB2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A55D85E-9741-662D-3F0B-E8E2B544BC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2762287-07B3-F114-02A9-8D26D596A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E67E2-F4A6-4E76-9CEF-3C6C52993BFB}" type="datetimeFigureOut">
              <a:rPr lang="pt-BR" smtClean="0"/>
              <a:t>09/08/2026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87C8D6-6AF2-9921-556E-41F2D728C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F42EBAA-6DB2-CAE2-B0E3-F9CEAE809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02AE4-D0DD-4FE1-8486-854A3409F36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44564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861770-A362-52B4-E86E-4951D80DF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8DA8992-BFB6-027A-5270-D480847CE7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CA6D86C-3522-DFFE-B442-1E668D88F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E67E2-F4A6-4E76-9CEF-3C6C52993BFB}" type="datetimeFigureOut">
              <a:rPr lang="pt-BR" smtClean="0"/>
              <a:t>09/08/2026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9F8A8B4-E759-28AC-20C9-B823DE370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FB3496-2F7E-805B-2977-1542AB5A3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02AE4-D0DD-4FE1-8486-854A3409F36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3842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BBE26F7-A97C-543E-5293-7F8EC4D1C1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774CB86-D12A-07E6-9091-BF1D613D61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DE68D91-1005-6CDC-7509-36FE7F86B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E67E2-F4A6-4E76-9CEF-3C6C52993BFB}" type="datetimeFigureOut">
              <a:rPr lang="pt-BR" smtClean="0"/>
              <a:t>09/08/2026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E317296-21A3-07F0-7313-3AA46A82D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40E0691-2A7E-4CAE-1BD2-D36356C49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02AE4-D0DD-4FE1-8486-854A3409F36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1487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47905FE-B471-6365-DF45-8DF490BB9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05C252-C0D4-133C-2143-B2E2962F03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FE43AD-3A29-5C6B-542D-5286DE65DC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6E67E2-F4A6-4E76-9CEF-3C6C52993BFB}" type="datetimeFigureOut">
              <a:rPr lang="pt-BR" smtClean="0"/>
              <a:t>09/08/2026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6BB0CF4-6C55-5850-8736-24E8AEE905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9F1586F-C8E1-3BBF-3F29-247EDBDE5E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602AE4-D0DD-4FE1-8486-854A3409F36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5827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tângulo 1027">
            <a:extLst>
              <a:ext uri="{FF2B5EF4-FFF2-40B4-BE49-F238E27FC236}">
                <a16:creationId xmlns:a16="http://schemas.microsoft.com/office/drawing/2014/main" id="{FD0EC49B-5634-6492-DD76-6F4349C8B464}"/>
              </a:ext>
            </a:extLst>
          </p:cNvPr>
          <p:cNvSpPr/>
          <p:nvPr/>
        </p:nvSpPr>
        <p:spPr>
          <a:xfrm>
            <a:off x="2298087" y="737419"/>
            <a:ext cx="8733707" cy="53192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3" name="Elipse 52">
            <a:extLst>
              <a:ext uri="{FF2B5EF4-FFF2-40B4-BE49-F238E27FC236}">
                <a16:creationId xmlns:a16="http://schemas.microsoft.com/office/drawing/2014/main" id="{E4497B2C-CC38-4137-CBBC-1583BABB197A}"/>
              </a:ext>
            </a:extLst>
          </p:cNvPr>
          <p:cNvSpPr/>
          <p:nvPr/>
        </p:nvSpPr>
        <p:spPr>
          <a:xfrm>
            <a:off x="5418944" y="899410"/>
            <a:ext cx="4984230" cy="5029200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Forma Livre: Forma 12">
            <a:extLst>
              <a:ext uri="{FF2B5EF4-FFF2-40B4-BE49-F238E27FC236}">
                <a16:creationId xmlns:a16="http://schemas.microsoft.com/office/drawing/2014/main" id="{F6A8C250-FD03-4F67-2058-AE05AACE5964}"/>
              </a:ext>
            </a:extLst>
          </p:cNvPr>
          <p:cNvSpPr/>
          <p:nvPr/>
        </p:nvSpPr>
        <p:spPr>
          <a:xfrm>
            <a:off x="2392134" y="3291665"/>
            <a:ext cx="2452395" cy="274669"/>
          </a:xfrm>
          <a:custGeom>
            <a:avLst/>
            <a:gdLst>
              <a:gd name="connsiteX0" fmla="*/ 0 w 3843283"/>
              <a:gd name="connsiteY0" fmla="*/ 130228 h 274669"/>
              <a:gd name="connsiteX1" fmla="*/ 108607 w 3843283"/>
              <a:gd name="connsiteY1" fmla="*/ 49649 h 274669"/>
              <a:gd name="connsiteX2" fmla="*/ 217214 w 3843283"/>
              <a:gd name="connsiteY2" fmla="*/ 11111 h 274669"/>
              <a:gd name="connsiteX3" fmla="*/ 353849 w 3843283"/>
              <a:gd name="connsiteY3" fmla="*/ 601 h 274669"/>
              <a:gd name="connsiteX4" fmla="*/ 476469 w 3843283"/>
              <a:gd name="connsiteY4" fmla="*/ 25125 h 274669"/>
              <a:gd name="connsiteX5" fmla="*/ 581573 w 3843283"/>
              <a:gd name="connsiteY5" fmla="*/ 63663 h 274669"/>
              <a:gd name="connsiteX6" fmla="*/ 651642 w 3843283"/>
              <a:gd name="connsiteY6" fmla="*/ 119718 h 274669"/>
              <a:gd name="connsiteX7" fmla="*/ 770759 w 3843283"/>
              <a:gd name="connsiteY7" fmla="*/ 207304 h 274669"/>
              <a:gd name="connsiteX8" fmla="*/ 875862 w 3843283"/>
              <a:gd name="connsiteY8" fmla="*/ 245842 h 274669"/>
              <a:gd name="connsiteX9" fmla="*/ 980966 w 3843283"/>
              <a:gd name="connsiteY9" fmla="*/ 252849 h 274669"/>
              <a:gd name="connsiteX10" fmla="*/ 1107090 w 3843283"/>
              <a:gd name="connsiteY10" fmla="*/ 242339 h 274669"/>
              <a:gd name="connsiteX11" fmla="*/ 1212193 w 3843283"/>
              <a:gd name="connsiteY11" fmla="*/ 193290 h 274669"/>
              <a:gd name="connsiteX12" fmla="*/ 1289269 w 3843283"/>
              <a:gd name="connsiteY12" fmla="*/ 126725 h 274669"/>
              <a:gd name="connsiteX13" fmla="*/ 1404883 w 3843283"/>
              <a:gd name="connsiteY13" fmla="*/ 49649 h 274669"/>
              <a:gd name="connsiteX14" fmla="*/ 1552028 w 3843283"/>
              <a:gd name="connsiteY14" fmla="*/ 18118 h 274669"/>
              <a:gd name="connsiteX15" fmla="*/ 1671145 w 3843283"/>
              <a:gd name="connsiteY15" fmla="*/ 21621 h 274669"/>
              <a:gd name="connsiteX16" fmla="*/ 1765738 w 3843283"/>
              <a:gd name="connsiteY16" fmla="*/ 39139 h 274669"/>
              <a:gd name="connsiteX17" fmla="*/ 1874345 w 3843283"/>
              <a:gd name="connsiteY17" fmla="*/ 84684 h 274669"/>
              <a:gd name="connsiteX18" fmla="*/ 2010980 w 3843283"/>
              <a:gd name="connsiteY18" fmla="*/ 193290 h 274669"/>
              <a:gd name="connsiteX19" fmla="*/ 2070538 w 3843283"/>
              <a:gd name="connsiteY19" fmla="*/ 235332 h 274669"/>
              <a:gd name="connsiteX20" fmla="*/ 2179145 w 3843283"/>
              <a:gd name="connsiteY20" fmla="*/ 266863 h 274669"/>
              <a:gd name="connsiteX21" fmla="*/ 2298262 w 3843283"/>
              <a:gd name="connsiteY21" fmla="*/ 273870 h 274669"/>
              <a:gd name="connsiteX22" fmla="*/ 2399862 w 3843283"/>
              <a:gd name="connsiteY22" fmla="*/ 252849 h 274669"/>
              <a:gd name="connsiteX23" fmla="*/ 2525987 w 3843283"/>
              <a:gd name="connsiteY23" fmla="*/ 182780 h 274669"/>
              <a:gd name="connsiteX24" fmla="*/ 2617076 w 3843283"/>
              <a:gd name="connsiteY24" fmla="*/ 109208 h 274669"/>
              <a:gd name="connsiteX25" fmla="*/ 2704662 w 3843283"/>
              <a:gd name="connsiteY25" fmla="*/ 60159 h 274669"/>
              <a:gd name="connsiteX26" fmla="*/ 2813269 w 3843283"/>
              <a:gd name="connsiteY26" fmla="*/ 32132 h 274669"/>
              <a:gd name="connsiteX27" fmla="*/ 2900856 w 3843283"/>
              <a:gd name="connsiteY27" fmla="*/ 28628 h 274669"/>
              <a:gd name="connsiteX28" fmla="*/ 3019973 w 3843283"/>
              <a:gd name="connsiteY28" fmla="*/ 42642 h 274669"/>
              <a:gd name="connsiteX29" fmla="*/ 3121573 w 3843283"/>
              <a:gd name="connsiteY29" fmla="*/ 95194 h 274669"/>
              <a:gd name="connsiteX30" fmla="*/ 3149600 w 3843283"/>
              <a:gd name="connsiteY30" fmla="*/ 105704 h 274669"/>
              <a:gd name="connsiteX31" fmla="*/ 3230180 w 3843283"/>
              <a:gd name="connsiteY31" fmla="*/ 172270 h 274669"/>
              <a:gd name="connsiteX32" fmla="*/ 3310759 w 3843283"/>
              <a:gd name="connsiteY32" fmla="*/ 221318 h 274669"/>
              <a:gd name="connsiteX33" fmla="*/ 3405352 w 3843283"/>
              <a:gd name="connsiteY33" fmla="*/ 256352 h 274669"/>
              <a:gd name="connsiteX34" fmla="*/ 3496442 w 3843283"/>
              <a:gd name="connsiteY34" fmla="*/ 266863 h 274669"/>
              <a:gd name="connsiteX35" fmla="*/ 3591035 w 3843283"/>
              <a:gd name="connsiteY35" fmla="*/ 266863 h 274669"/>
              <a:gd name="connsiteX36" fmla="*/ 3696138 w 3843283"/>
              <a:gd name="connsiteY36" fmla="*/ 249346 h 274669"/>
              <a:gd name="connsiteX37" fmla="*/ 3776718 w 3843283"/>
              <a:gd name="connsiteY37" fmla="*/ 207304 h 274669"/>
              <a:gd name="connsiteX38" fmla="*/ 3843283 w 3843283"/>
              <a:gd name="connsiteY38" fmla="*/ 161759 h 274669"/>
              <a:gd name="connsiteX0" fmla="*/ 0 w 3843283"/>
              <a:gd name="connsiteY0" fmla="*/ 130228 h 274669"/>
              <a:gd name="connsiteX1" fmla="*/ 108607 w 3843283"/>
              <a:gd name="connsiteY1" fmla="*/ 49649 h 274669"/>
              <a:gd name="connsiteX2" fmla="*/ 217214 w 3843283"/>
              <a:gd name="connsiteY2" fmla="*/ 11111 h 274669"/>
              <a:gd name="connsiteX3" fmla="*/ 353849 w 3843283"/>
              <a:gd name="connsiteY3" fmla="*/ 601 h 274669"/>
              <a:gd name="connsiteX4" fmla="*/ 476469 w 3843283"/>
              <a:gd name="connsiteY4" fmla="*/ 25125 h 274669"/>
              <a:gd name="connsiteX5" fmla="*/ 581573 w 3843283"/>
              <a:gd name="connsiteY5" fmla="*/ 63663 h 274669"/>
              <a:gd name="connsiteX6" fmla="*/ 651642 w 3843283"/>
              <a:gd name="connsiteY6" fmla="*/ 119718 h 274669"/>
              <a:gd name="connsiteX7" fmla="*/ 770759 w 3843283"/>
              <a:gd name="connsiteY7" fmla="*/ 207304 h 274669"/>
              <a:gd name="connsiteX8" fmla="*/ 875862 w 3843283"/>
              <a:gd name="connsiteY8" fmla="*/ 245842 h 274669"/>
              <a:gd name="connsiteX9" fmla="*/ 980966 w 3843283"/>
              <a:gd name="connsiteY9" fmla="*/ 252849 h 274669"/>
              <a:gd name="connsiteX10" fmla="*/ 1107090 w 3843283"/>
              <a:gd name="connsiteY10" fmla="*/ 242339 h 274669"/>
              <a:gd name="connsiteX11" fmla="*/ 1212193 w 3843283"/>
              <a:gd name="connsiteY11" fmla="*/ 193290 h 274669"/>
              <a:gd name="connsiteX12" fmla="*/ 1289269 w 3843283"/>
              <a:gd name="connsiteY12" fmla="*/ 126725 h 274669"/>
              <a:gd name="connsiteX13" fmla="*/ 1404883 w 3843283"/>
              <a:gd name="connsiteY13" fmla="*/ 49649 h 274669"/>
              <a:gd name="connsiteX14" fmla="*/ 1552028 w 3843283"/>
              <a:gd name="connsiteY14" fmla="*/ 18118 h 274669"/>
              <a:gd name="connsiteX15" fmla="*/ 1671145 w 3843283"/>
              <a:gd name="connsiteY15" fmla="*/ 21621 h 274669"/>
              <a:gd name="connsiteX16" fmla="*/ 1765738 w 3843283"/>
              <a:gd name="connsiteY16" fmla="*/ 39139 h 274669"/>
              <a:gd name="connsiteX17" fmla="*/ 1874345 w 3843283"/>
              <a:gd name="connsiteY17" fmla="*/ 84684 h 274669"/>
              <a:gd name="connsiteX18" fmla="*/ 2010980 w 3843283"/>
              <a:gd name="connsiteY18" fmla="*/ 193290 h 274669"/>
              <a:gd name="connsiteX19" fmla="*/ 2070538 w 3843283"/>
              <a:gd name="connsiteY19" fmla="*/ 235332 h 274669"/>
              <a:gd name="connsiteX20" fmla="*/ 2179145 w 3843283"/>
              <a:gd name="connsiteY20" fmla="*/ 266863 h 274669"/>
              <a:gd name="connsiteX21" fmla="*/ 2298262 w 3843283"/>
              <a:gd name="connsiteY21" fmla="*/ 273870 h 274669"/>
              <a:gd name="connsiteX22" fmla="*/ 2399862 w 3843283"/>
              <a:gd name="connsiteY22" fmla="*/ 252849 h 274669"/>
              <a:gd name="connsiteX23" fmla="*/ 2525987 w 3843283"/>
              <a:gd name="connsiteY23" fmla="*/ 182780 h 274669"/>
              <a:gd name="connsiteX24" fmla="*/ 2617076 w 3843283"/>
              <a:gd name="connsiteY24" fmla="*/ 109208 h 274669"/>
              <a:gd name="connsiteX25" fmla="*/ 2704662 w 3843283"/>
              <a:gd name="connsiteY25" fmla="*/ 60159 h 274669"/>
              <a:gd name="connsiteX26" fmla="*/ 2813269 w 3843283"/>
              <a:gd name="connsiteY26" fmla="*/ 32132 h 274669"/>
              <a:gd name="connsiteX27" fmla="*/ 2900856 w 3843283"/>
              <a:gd name="connsiteY27" fmla="*/ 28628 h 274669"/>
              <a:gd name="connsiteX28" fmla="*/ 3019973 w 3843283"/>
              <a:gd name="connsiteY28" fmla="*/ 42642 h 274669"/>
              <a:gd name="connsiteX29" fmla="*/ 3121573 w 3843283"/>
              <a:gd name="connsiteY29" fmla="*/ 95194 h 274669"/>
              <a:gd name="connsiteX30" fmla="*/ 3156607 w 3843283"/>
              <a:gd name="connsiteY30" fmla="*/ 123221 h 274669"/>
              <a:gd name="connsiteX31" fmla="*/ 3230180 w 3843283"/>
              <a:gd name="connsiteY31" fmla="*/ 172270 h 274669"/>
              <a:gd name="connsiteX32" fmla="*/ 3310759 w 3843283"/>
              <a:gd name="connsiteY32" fmla="*/ 221318 h 274669"/>
              <a:gd name="connsiteX33" fmla="*/ 3405352 w 3843283"/>
              <a:gd name="connsiteY33" fmla="*/ 256352 h 274669"/>
              <a:gd name="connsiteX34" fmla="*/ 3496442 w 3843283"/>
              <a:gd name="connsiteY34" fmla="*/ 266863 h 274669"/>
              <a:gd name="connsiteX35" fmla="*/ 3591035 w 3843283"/>
              <a:gd name="connsiteY35" fmla="*/ 266863 h 274669"/>
              <a:gd name="connsiteX36" fmla="*/ 3696138 w 3843283"/>
              <a:gd name="connsiteY36" fmla="*/ 249346 h 274669"/>
              <a:gd name="connsiteX37" fmla="*/ 3776718 w 3843283"/>
              <a:gd name="connsiteY37" fmla="*/ 207304 h 274669"/>
              <a:gd name="connsiteX38" fmla="*/ 3843283 w 3843283"/>
              <a:gd name="connsiteY38" fmla="*/ 161759 h 274669"/>
              <a:gd name="connsiteX0" fmla="*/ 0 w 3941379"/>
              <a:gd name="connsiteY0" fmla="*/ 130228 h 274669"/>
              <a:gd name="connsiteX1" fmla="*/ 108607 w 3941379"/>
              <a:gd name="connsiteY1" fmla="*/ 49649 h 274669"/>
              <a:gd name="connsiteX2" fmla="*/ 217214 w 3941379"/>
              <a:gd name="connsiteY2" fmla="*/ 11111 h 274669"/>
              <a:gd name="connsiteX3" fmla="*/ 353849 w 3941379"/>
              <a:gd name="connsiteY3" fmla="*/ 601 h 274669"/>
              <a:gd name="connsiteX4" fmla="*/ 476469 w 3941379"/>
              <a:gd name="connsiteY4" fmla="*/ 25125 h 274669"/>
              <a:gd name="connsiteX5" fmla="*/ 581573 w 3941379"/>
              <a:gd name="connsiteY5" fmla="*/ 63663 h 274669"/>
              <a:gd name="connsiteX6" fmla="*/ 651642 w 3941379"/>
              <a:gd name="connsiteY6" fmla="*/ 119718 h 274669"/>
              <a:gd name="connsiteX7" fmla="*/ 770759 w 3941379"/>
              <a:gd name="connsiteY7" fmla="*/ 207304 h 274669"/>
              <a:gd name="connsiteX8" fmla="*/ 875862 w 3941379"/>
              <a:gd name="connsiteY8" fmla="*/ 245842 h 274669"/>
              <a:gd name="connsiteX9" fmla="*/ 980966 w 3941379"/>
              <a:gd name="connsiteY9" fmla="*/ 252849 h 274669"/>
              <a:gd name="connsiteX10" fmla="*/ 1107090 w 3941379"/>
              <a:gd name="connsiteY10" fmla="*/ 242339 h 274669"/>
              <a:gd name="connsiteX11" fmla="*/ 1212193 w 3941379"/>
              <a:gd name="connsiteY11" fmla="*/ 193290 h 274669"/>
              <a:gd name="connsiteX12" fmla="*/ 1289269 w 3941379"/>
              <a:gd name="connsiteY12" fmla="*/ 126725 h 274669"/>
              <a:gd name="connsiteX13" fmla="*/ 1404883 w 3941379"/>
              <a:gd name="connsiteY13" fmla="*/ 49649 h 274669"/>
              <a:gd name="connsiteX14" fmla="*/ 1552028 w 3941379"/>
              <a:gd name="connsiteY14" fmla="*/ 18118 h 274669"/>
              <a:gd name="connsiteX15" fmla="*/ 1671145 w 3941379"/>
              <a:gd name="connsiteY15" fmla="*/ 21621 h 274669"/>
              <a:gd name="connsiteX16" fmla="*/ 1765738 w 3941379"/>
              <a:gd name="connsiteY16" fmla="*/ 39139 h 274669"/>
              <a:gd name="connsiteX17" fmla="*/ 1874345 w 3941379"/>
              <a:gd name="connsiteY17" fmla="*/ 84684 h 274669"/>
              <a:gd name="connsiteX18" fmla="*/ 2010980 w 3941379"/>
              <a:gd name="connsiteY18" fmla="*/ 193290 h 274669"/>
              <a:gd name="connsiteX19" fmla="*/ 2070538 w 3941379"/>
              <a:gd name="connsiteY19" fmla="*/ 235332 h 274669"/>
              <a:gd name="connsiteX20" fmla="*/ 2179145 w 3941379"/>
              <a:gd name="connsiteY20" fmla="*/ 266863 h 274669"/>
              <a:gd name="connsiteX21" fmla="*/ 2298262 w 3941379"/>
              <a:gd name="connsiteY21" fmla="*/ 273870 h 274669"/>
              <a:gd name="connsiteX22" fmla="*/ 2399862 w 3941379"/>
              <a:gd name="connsiteY22" fmla="*/ 252849 h 274669"/>
              <a:gd name="connsiteX23" fmla="*/ 2525987 w 3941379"/>
              <a:gd name="connsiteY23" fmla="*/ 182780 h 274669"/>
              <a:gd name="connsiteX24" fmla="*/ 2617076 w 3941379"/>
              <a:gd name="connsiteY24" fmla="*/ 109208 h 274669"/>
              <a:gd name="connsiteX25" fmla="*/ 2704662 w 3941379"/>
              <a:gd name="connsiteY25" fmla="*/ 60159 h 274669"/>
              <a:gd name="connsiteX26" fmla="*/ 2813269 w 3941379"/>
              <a:gd name="connsiteY26" fmla="*/ 32132 h 274669"/>
              <a:gd name="connsiteX27" fmla="*/ 2900856 w 3941379"/>
              <a:gd name="connsiteY27" fmla="*/ 28628 h 274669"/>
              <a:gd name="connsiteX28" fmla="*/ 3019973 w 3941379"/>
              <a:gd name="connsiteY28" fmla="*/ 42642 h 274669"/>
              <a:gd name="connsiteX29" fmla="*/ 3121573 w 3941379"/>
              <a:gd name="connsiteY29" fmla="*/ 95194 h 274669"/>
              <a:gd name="connsiteX30" fmla="*/ 3156607 w 3941379"/>
              <a:gd name="connsiteY30" fmla="*/ 123221 h 274669"/>
              <a:gd name="connsiteX31" fmla="*/ 3230180 w 3941379"/>
              <a:gd name="connsiteY31" fmla="*/ 172270 h 274669"/>
              <a:gd name="connsiteX32" fmla="*/ 3310759 w 3941379"/>
              <a:gd name="connsiteY32" fmla="*/ 221318 h 274669"/>
              <a:gd name="connsiteX33" fmla="*/ 3405352 w 3941379"/>
              <a:gd name="connsiteY33" fmla="*/ 256352 h 274669"/>
              <a:gd name="connsiteX34" fmla="*/ 3496442 w 3941379"/>
              <a:gd name="connsiteY34" fmla="*/ 266863 h 274669"/>
              <a:gd name="connsiteX35" fmla="*/ 3591035 w 3941379"/>
              <a:gd name="connsiteY35" fmla="*/ 266863 h 274669"/>
              <a:gd name="connsiteX36" fmla="*/ 3696138 w 3941379"/>
              <a:gd name="connsiteY36" fmla="*/ 249346 h 274669"/>
              <a:gd name="connsiteX37" fmla="*/ 3776718 w 3941379"/>
              <a:gd name="connsiteY37" fmla="*/ 207304 h 274669"/>
              <a:gd name="connsiteX38" fmla="*/ 3941379 w 3941379"/>
              <a:gd name="connsiteY38" fmla="*/ 81179 h 274669"/>
              <a:gd name="connsiteX0" fmla="*/ 0 w 3990428"/>
              <a:gd name="connsiteY0" fmla="*/ 130228 h 274669"/>
              <a:gd name="connsiteX1" fmla="*/ 108607 w 3990428"/>
              <a:gd name="connsiteY1" fmla="*/ 49649 h 274669"/>
              <a:gd name="connsiteX2" fmla="*/ 217214 w 3990428"/>
              <a:gd name="connsiteY2" fmla="*/ 11111 h 274669"/>
              <a:gd name="connsiteX3" fmla="*/ 353849 w 3990428"/>
              <a:gd name="connsiteY3" fmla="*/ 601 h 274669"/>
              <a:gd name="connsiteX4" fmla="*/ 476469 w 3990428"/>
              <a:gd name="connsiteY4" fmla="*/ 25125 h 274669"/>
              <a:gd name="connsiteX5" fmla="*/ 581573 w 3990428"/>
              <a:gd name="connsiteY5" fmla="*/ 63663 h 274669"/>
              <a:gd name="connsiteX6" fmla="*/ 651642 w 3990428"/>
              <a:gd name="connsiteY6" fmla="*/ 119718 h 274669"/>
              <a:gd name="connsiteX7" fmla="*/ 770759 w 3990428"/>
              <a:gd name="connsiteY7" fmla="*/ 207304 h 274669"/>
              <a:gd name="connsiteX8" fmla="*/ 875862 w 3990428"/>
              <a:gd name="connsiteY8" fmla="*/ 245842 h 274669"/>
              <a:gd name="connsiteX9" fmla="*/ 980966 w 3990428"/>
              <a:gd name="connsiteY9" fmla="*/ 252849 h 274669"/>
              <a:gd name="connsiteX10" fmla="*/ 1107090 w 3990428"/>
              <a:gd name="connsiteY10" fmla="*/ 242339 h 274669"/>
              <a:gd name="connsiteX11" fmla="*/ 1212193 w 3990428"/>
              <a:gd name="connsiteY11" fmla="*/ 193290 h 274669"/>
              <a:gd name="connsiteX12" fmla="*/ 1289269 w 3990428"/>
              <a:gd name="connsiteY12" fmla="*/ 126725 h 274669"/>
              <a:gd name="connsiteX13" fmla="*/ 1404883 w 3990428"/>
              <a:gd name="connsiteY13" fmla="*/ 49649 h 274669"/>
              <a:gd name="connsiteX14" fmla="*/ 1552028 w 3990428"/>
              <a:gd name="connsiteY14" fmla="*/ 18118 h 274669"/>
              <a:gd name="connsiteX15" fmla="*/ 1671145 w 3990428"/>
              <a:gd name="connsiteY15" fmla="*/ 21621 h 274669"/>
              <a:gd name="connsiteX16" fmla="*/ 1765738 w 3990428"/>
              <a:gd name="connsiteY16" fmla="*/ 39139 h 274669"/>
              <a:gd name="connsiteX17" fmla="*/ 1874345 w 3990428"/>
              <a:gd name="connsiteY17" fmla="*/ 84684 h 274669"/>
              <a:gd name="connsiteX18" fmla="*/ 2010980 w 3990428"/>
              <a:gd name="connsiteY18" fmla="*/ 193290 h 274669"/>
              <a:gd name="connsiteX19" fmla="*/ 2070538 w 3990428"/>
              <a:gd name="connsiteY19" fmla="*/ 235332 h 274669"/>
              <a:gd name="connsiteX20" fmla="*/ 2179145 w 3990428"/>
              <a:gd name="connsiteY20" fmla="*/ 266863 h 274669"/>
              <a:gd name="connsiteX21" fmla="*/ 2298262 w 3990428"/>
              <a:gd name="connsiteY21" fmla="*/ 273870 h 274669"/>
              <a:gd name="connsiteX22" fmla="*/ 2399862 w 3990428"/>
              <a:gd name="connsiteY22" fmla="*/ 252849 h 274669"/>
              <a:gd name="connsiteX23" fmla="*/ 2525987 w 3990428"/>
              <a:gd name="connsiteY23" fmla="*/ 182780 h 274669"/>
              <a:gd name="connsiteX24" fmla="*/ 2617076 w 3990428"/>
              <a:gd name="connsiteY24" fmla="*/ 109208 h 274669"/>
              <a:gd name="connsiteX25" fmla="*/ 2704662 w 3990428"/>
              <a:gd name="connsiteY25" fmla="*/ 60159 h 274669"/>
              <a:gd name="connsiteX26" fmla="*/ 2813269 w 3990428"/>
              <a:gd name="connsiteY26" fmla="*/ 32132 h 274669"/>
              <a:gd name="connsiteX27" fmla="*/ 2900856 w 3990428"/>
              <a:gd name="connsiteY27" fmla="*/ 28628 h 274669"/>
              <a:gd name="connsiteX28" fmla="*/ 3019973 w 3990428"/>
              <a:gd name="connsiteY28" fmla="*/ 42642 h 274669"/>
              <a:gd name="connsiteX29" fmla="*/ 3121573 w 3990428"/>
              <a:gd name="connsiteY29" fmla="*/ 95194 h 274669"/>
              <a:gd name="connsiteX30" fmla="*/ 3156607 w 3990428"/>
              <a:gd name="connsiteY30" fmla="*/ 123221 h 274669"/>
              <a:gd name="connsiteX31" fmla="*/ 3230180 w 3990428"/>
              <a:gd name="connsiteY31" fmla="*/ 172270 h 274669"/>
              <a:gd name="connsiteX32" fmla="*/ 3310759 w 3990428"/>
              <a:gd name="connsiteY32" fmla="*/ 221318 h 274669"/>
              <a:gd name="connsiteX33" fmla="*/ 3405352 w 3990428"/>
              <a:gd name="connsiteY33" fmla="*/ 256352 h 274669"/>
              <a:gd name="connsiteX34" fmla="*/ 3496442 w 3990428"/>
              <a:gd name="connsiteY34" fmla="*/ 266863 h 274669"/>
              <a:gd name="connsiteX35" fmla="*/ 3591035 w 3990428"/>
              <a:gd name="connsiteY35" fmla="*/ 266863 h 274669"/>
              <a:gd name="connsiteX36" fmla="*/ 3696138 w 3990428"/>
              <a:gd name="connsiteY36" fmla="*/ 249346 h 274669"/>
              <a:gd name="connsiteX37" fmla="*/ 3776718 w 3990428"/>
              <a:gd name="connsiteY37" fmla="*/ 207304 h 274669"/>
              <a:gd name="connsiteX38" fmla="*/ 3990428 w 3990428"/>
              <a:gd name="connsiteY38" fmla="*/ 49648 h 274669"/>
              <a:gd name="connsiteX0" fmla="*/ 0 w 3990428"/>
              <a:gd name="connsiteY0" fmla="*/ 130228 h 274669"/>
              <a:gd name="connsiteX1" fmla="*/ 108607 w 3990428"/>
              <a:gd name="connsiteY1" fmla="*/ 49649 h 274669"/>
              <a:gd name="connsiteX2" fmla="*/ 217214 w 3990428"/>
              <a:gd name="connsiteY2" fmla="*/ 11111 h 274669"/>
              <a:gd name="connsiteX3" fmla="*/ 353849 w 3990428"/>
              <a:gd name="connsiteY3" fmla="*/ 601 h 274669"/>
              <a:gd name="connsiteX4" fmla="*/ 476469 w 3990428"/>
              <a:gd name="connsiteY4" fmla="*/ 25125 h 274669"/>
              <a:gd name="connsiteX5" fmla="*/ 581573 w 3990428"/>
              <a:gd name="connsiteY5" fmla="*/ 63663 h 274669"/>
              <a:gd name="connsiteX6" fmla="*/ 651642 w 3990428"/>
              <a:gd name="connsiteY6" fmla="*/ 119718 h 274669"/>
              <a:gd name="connsiteX7" fmla="*/ 770759 w 3990428"/>
              <a:gd name="connsiteY7" fmla="*/ 207304 h 274669"/>
              <a:gd name="connsiteX8" fmla="*/ 875862 w 3990428"/>
              <a:gd name="connsiteY8" fmla="*/ 245842 h 274669"/>
              <a:gd name="connsiteX9" fmla="*/ 980966 w 3990428"/>
              <a:gd name="connsiteY9" fmla="*/ 252849 h 274669"/>
              <a:gd name="connsiteX10" fmla="*/ 1107090 w 3990428"/>
              <a:gd name="connsiteY10" fmla="*/ 242339 h 274669"/>
              <a:gd name="connsiteX11" fmla="*/ 1212193 w 3990428"/>
              <a:gd name="connsiteY11" fmla="*/ 193290 h 274669"/>
              <a:gd name="connsiteX12" fmla="*/ 1289269 w 3990428"/>
              <a:gd name="connsiteY12" fmla="*/ 126725 h 274669"/>
              <a:gd name="connsiteX13" fmla="*/ 1404883 w 3990428"/>
              <a:gd name="connsiteY13" fmla="*/ 49649 h 274669"/>
              <a:gd name="connsiteX14" fmla="*/ 1552028 w 3990428"/>
              <a:gd name="connsiteY14" fmla="*/ 18118 h 274669"/>
              <a:gd name="connsiteX15" fmla="*/ 1671145 w 3990428"/>
              <a:gd name="connsiteY15" fmla="*/ 21621 h 274669"/>
              <a:gd name="connsiteX16" fmla="*/ 1765738 w 3990428"/>
              <a:gd name="connsiteY16" fmla="*/ 39139 h 274669"/>
              <a:gd name="connsiteX17" fmla="*/ 1874345 w 3990428"/>
              <a:gd name="connsiteY17" fmla="*/ 84684 h 274669"/>
              <a:gd name="connsiteX18" fmla="*/ 2010980 w 3990428"/>
              <a:gd name="connsiteY18" fmla="*/ 193290 h 274669"/>
              <a:gd name="connsiteX19" fmla="*/ 2070538 w 3990428"/>
              <a:gd name="connsiteY19" fmla="*/ 235332 h 274669"/>
              <a:gd name="connsiteX20" fmla="*/ 2179145 w 3990428"/>
              <a:gd name="connsiteY20" fmla="*/ 266863 h 274669"/>
              <a:gd name="connsiteX21" fmla="*/ 2298262 w 3990428"/>
              <a:gd name="connsiteY21" fmla="*/ 273870 h 274669"/>
              <a:gd name="connsiteX22" fmla="*/ 2399862 w 3990428"/>
              <a:gd name="connsiteY22" fmla="*/ 252849 h 274669"/>
              <a:gd name="connsiteX23" fmla="*/ 2525987 w 3990428"/>
              <a:gd name="connsiteY23" fmla="*/ 182780 h 274669"/>
              <a:gd name="connsiteX24" fmla="*/ 2617076 w 3990428"/>
              <a:gd name="connsiteY24" fmla="*/ 109208 h 274669"/>
              <a:gd name="connsiteX25" fmla="*/ 2704662 w 3990428"/>
              <a:gd name="connsiteY25" fmla="*/ 60159 h 274669"/>
              <a:gd name="connsiteX26" fmla="*/ 2813269 w 3990428"/>
              <a:gd name="connsiteY26" fmla="*/ 32132 h 274669"/>
              <a:gd name="connsiteX27" fmla="*/ 2900856 w 3990428"/>
              <a:gd name="connsiteY27" fmla="*/ 28628 h 274669"/>
              <a:gd name="connsiteX28" fmla="*/ 3019973 w 3990428"/>
              <a:gd name="connsiteY28" fmla="*/ 42642 h 274669"/>
              <a:gd name="connsiteX29" fmla="*/ 3121573 w 3990428"/>
              <a:gd name="connsiteY29" fmla="*/ 95194 h 274669"/>
              <a:gd name="connsiteX30" fmla="*/ 3156607 w 3990428"/>
              <a:gd name="connsiteY30" fmla="*/ 123221 h 274669"/>
              <a:gd name="connsiteX31" fmla="*/ 3230180 w 3990428"/>
              <a:gd name="connsiteY31" fmla="*/ 172270 h 274669"/>
              <a:gd name="connsiteX32" fmla="*/ 3310759 w 3990428"/>
              <a:gd name="connsiteY32" fmla="*/ 221318 h 274669"/>
              <a:gd name="connsiteX33" fmla="*/ 3405352 w 3990428"/>
              <a:gd name="connsiteY33" fmla="*/ 256352 h 274669"/>
              <a:gd name="connsiteX34" fmla="*/ 3496442 w 3990428"/>
              <a:gd name="connsiteY34" fmla="*/ 266863 h 274669"/>
              <a:gd name="connsiteX35" fmla="*/ 3591035 w 3990428"/>
              <a:gd name="connsiteY35" fmla="*/ 266863 h 274669"/>
              <a:gd name="connsiteX36" fmla="*/ 3696138 w 3990428"/>
              <a:gd name="connsiteY36" fmla="*/ 249346 h 274669"/>
              <a:gd name="connsiteX37" fmla="*/ 3857411 w 3990428"/>
              <a:gd name="connsiteY37" fmla="*/ 144711 h 274669"/>
              <a:gd name="connsiteX38" fmla="*/ 3990428 w 3990428"/>
              <a:gd name="connsiteY38" fmla="*/ 49648 h 274669"/>
              <a:gd name="connsiteX0" fmla="*/ 0 w 4084569"/>
              <a:gd name="connsiteY0" fmla="*/ 130228 h 274669"/>
              <a:gd name="connsiteX1" fmla="*/ 108607 w 4084569"/>
              <a:gd name="connsiteY1" fmla="*/ 49649 h 274669"/>
              <a:gd name="connsiteX2" fmla="*/ 217214 w 4084569"/>
              <a:gd name="connsiteY2" fmla="*/ 11111 h 274669"/>
              <a:gd name="connsiteX3" fmla="*/ 353849 w 4084569"/>
              <a:gd name="connsiteY3" fmla="*/ 601 h 274669"/>
              <a:gd name="connsiteX4" fmla="*/ 476469 w 4084569"/>
              <a:gd name="connsiteY4" fmla="*/ 25125 h 274669"/>
              <a:gd name="connsiteX5" fmla="*/ 581573 w 4084569"/>
              <a:gd name="connsiteY5" fmla="*/ 63663 h 274669"/>
              <a:gd name="connsiteX6" fmla="*/ 651642 w 4084569"/>
              <a:gd name="connsiteY6" fmla="*/ 119718 h 274669"/>
              <a:gd name="connsiteX7" fmla="*/ 770759 w 4084569"/>
              <a:gd name="connsiteY7" fmla="*/ 207304 h 274669"/>
              <a:gd name="connsiteX8" fmla="*/ 875862 w 4084569"/>
              <a:gd name="connsiteY8" fmla="*/ 245842 h 274669"/>
              <a:gd name="connsiteX9" fmla="*/ 980966 w 4084569"/>
              <a:gd name="connsiteY9" fmla="*/ 252849 h 274669"/>
              <a:gd name="connsiteX10" fmla="*/ 1107090 w 4084569"/>
              <a:gd name="connsiteY10" fmla="*/ 242339 h 274669"/>
              <a:gd name="connsiteX11" fmla="*/ 1212193 w 4084569"/>
              <a:gd name="connsiteY11" fmla="*/ 193290 h 274669"/>
              <a:gd name="connsiteX12" fmla="*/ 1289269 w 4084569"/>
              <a:gd name="connsiteY12" fmla="*/ 126725 h 274669"/>
              <a:gd name="connsiteX13" fmla="*/ 1404883 w 4084569"/>
              <a:gd name="connsiteY13" fmla="*/ 49649 h 274669"/>
              <a:gd name="connsiteX14" fmla="*/ 1552028 w 4084569"/>
              <a:gd name="connsiteY14" fmla="*/ 18118 h 274669"/>
              <a:gd name="connsiteX15" fmla="*/ 1671145 w 4084569"/>
              <a:gd name="connsiteY15" fmla="*/ 21621 h 274669"/>
              <a:gd name="connsiteX16" fmla="*/ 1765738 w 4084569"/>
              <a:gd name="connsiteY16" fmla="*/ 39139 h 274669"/>
              <a:gd name="connsiteX17" fmla="*/ 1874345 w 4084569"/>
              <a:gd name="connsiteY17" fmla="*/ 84684 h 274669"/>
              <a:gd name="connsiteX18" fmla="*/ 2010980 w 4084569"/>
              <a:gd name="connsiteY18" fmla="*/ 193290 h 274669"/>
              <a:gd name="connsiteX19" fmla="*/ 2070538 w 4084569"/>
              <a:gd name="connsiteY19" fmla="*/ 235332 h 274669"/>
              <a:gd name="connsiteX20" fmla="*/ 2179145 w 4084569"/>
              <a:gd name="connsiteY20" fmla="*/ 266863 h 274669"/>
              <a:gd name="connsiteX21" fmla="*/ 2298262 w 4084569"/>
              <a:gd name="connsiteY21" fmla="*/ 273870 h 274669"/>
              <a:gd name="connsiteX22" fmla="*/ 2399862 w 4084569"/>
              <a:gd name="connsiteY22" fmla="*/ 252849 h 274669"/>
              <a:gd name="connsiteX23" fmla="*/ 2525987 w 4084569"/>
              <a:gd name="connsiteY23" fmla="*/ 182780 h 274669"/>
              <a:gd name="connsiteX24" fmla="*/ 2617076 w 4084569"/>
              <a:gd name="connsiteY24" fmla="*/ 109208 h 274669"/>
              <a:gd name="connsiteX25" fmla="*/ 2704662 w 4084569"/>
              <a:gd name="connsiteY25" fmla="*/ 60159 h 274669"/>
              <a:gd name="connsiteX26" fmla="*/ 2813269 w 4084569"/>
              <a:gd name="connsiteY26" fmla="*/ 32132 h 274669"/>
              <a:gd name="connsiteX27" fmla="*/ 2900856 w 4084569"/>
              <a:gd name="connsiteY27" fmla="*/ 28628 h 274669"/>
              <a:gd name="connsiteX28" fmla="*/ 3019973 w 4084569"/>
              <a:gd name="connsiteY28" fmla="*/ 42642 h 274669"/>
              <a:gd name="connsiteX29" fmla="*/ 3121573 w 4084569"/>
              <a:gd name="connsiteY29" fmla="*/ 95194 h 274669"/>
              <a:gd name="connsiteX30" fmla="*/ 3156607 w 4084569"/>
              <a:gd name="connsiteY30" fmla="*/ 123221 h 274669"/>
              <a:gd name="connsiteX31" fmla="*/ 3230180 w 4084569"/>
              <a:gd name="connsiteY31" fmla="*/ 172270 h 274669"/>
              <a:gd name="connsiteX32" fmla="*/ 3310759 w 4084569"/>
              <a:gd name="connsiteY32" fmla="*/ 221318 h 274669"/>
              <a:gd name="connsiteX33" fmla="*/ 3405352 w 4084569"/>
              <a:gd name="connsiteY33" fmla="*/ 256352 h 274669"/>
              <a:gd name="connsiteX34" fmla="*/ 3496442 w 4084569"/>
              <a:gd name="connsiteY34" fmla="*/ 266863 h 274669"/>
              <a:gd name="connsiteX35" fmla="*/ 3591035 w 4084569"/>
              <a:gd name="connsiteY35" fmla="*/ 266863 h 274669"/>
              <a:gd name="connsiteX36" fmla="*/ 3696138 w 4084569"/>
              <a:gd name="connsiteY36" fmla="*/ 249346 h 274669"/>
              <a:gd name="connsiteX37" fmla="*/ 3857411 w 4084569"/>
              <a:gd name="connsiteY37" fmla="*/ 144711 h 274669"/>
              <a:gd name="connsiteX38" fmla="*/ 4084569 w 4084569"/>
              <a:gd name="connsiteY38" fmla="*/ 44205 h 274669"/>
              <a:gd name="connsiteX0" fmla="*/ 0 w 4102501"/>
              <a:gd name="connsiteY0" fmla="*/ 130228 h 274669"/>
              <a:gd name="connsiteX1" fmla="*/ 108607 w 4102501"/>
              <a:gd name="connsiteY1" fmla="*/ 49649 h 274669"/>
              <a:gd name="connsiteX2" fmla="*/ 217214 w 4102501"/>
              <a:gd name="connsiteY2" fmla="*/ 11111 h 274669"/>
              <a:gd name="connsiteX3" fmla="*/ 353849 w 4102501"/>
              <a:gd name="connsiteY3" fmla="*/ 601 h 274669"/>
              <a:gd name="connsiteX4" fmla="*/ 476469 w 4102501"/>
              <a:gd name="connsiteY4" fmla="*/ 25125 h 274669"/>
              <a:gd name="connsiteX5" fmla="*/ 581573 w 4102501"/>
              <a:gd name="connsiteY5" fmla="*/ 63663 h 274669"/>
              <a:gd name="connsiteX6" fmla="*/ 651642 w 4102501"/>
              <a:gd name="connsiteY6" fmla="*/ 119718 h 274669"/>
              <a:gd name="connsiteX7" fmla="*/ 770759 w 4102501"/>
              <a:gd name="connsiteY7" fmla="*/ 207304 h 274669"/>
              <a:gd name="connsiteX8" fmla="*/ 875862 w 4102501"/>
              <a:gd name="connsiteY8" fmla="*/ 245842 h 274669"/>
              <a:gd name="connsiteX9" fmla="*/ 980966 w 4102501"/>
              <a:gd name="connsiteY9" fmla="*/ 252849 h 274669"/>
              <a:gd name="connsiteX10" fmla="*/ 1107090 w 4102501"/>
              <a:gd name="connsiteY10" fmla="*/ 242339 h 274669"/>
              <a:gd name="connsiteX11" fmla="*/ 1212193 w 4102501"/>
              <a:gd name="connsiteY11" fmla="*/ 193290 h 274669"/>
              <a:gd name="connsiteX12" fmla="*/ 1289269 w 4102501"/>
              <a:gd name="connsiteY12" fmla="*/ 126725 h 274669"/>
              <a:gd name="connsiteX13" fmla="*/ 1404883 w 4102501"/>
              <a:gd name="connsiteY13" fmla="*/ 49649 h 274669"/>
              <a:gd name="connsiteX14" fmla="*/ 1552028 w 4102501"/>
              <a:gd name="connsiteY14" fmla="*/ 18118 h 274669"/>
              <a:gd name="connsiteX15" fmla="*/ 1671145 w 4102501"/>
              <a:gd name="connsiteY15" fmla="*/ 21621 h 274669"/>
              <a:gd name="connsiteX16" fmla="*/ 1765738 w 4102501"/>
              <a:gd name="connsiteY16" fmla="*/ 39139 h 274669"/>
              <a:gd name="connsiteX17" fmla="*/ 1874345 w 4102501"/>
              <a:gd name="connsiteY17" fmla="*/ 84684 h 274669"/>
              <a:gd name="connsiteX18" fmla="*/ 2010980 w 4102501"/>
              <a:gd name="connsiteY18" fmla="*/ 193290 h 274669"/>
              <a:gd name="connsiteX19" fmla="*/ 2070538 w 4102501"/>
              <a:gd name="connsiteY19" fmla="*/ 235332 h 274669"/>
              <a:gd name="connsiteX20" fmla="*/ 2179145 w 4102501"/>
              <a:gd name="connsiteY20" fmla="*/ 266863 h 274669"/>
              <a:gd name="connsiteX21" fmla="*/ 2298262 w 4102501"/>
              <a:gd name="connsiteY21" fmla="*/ 273870 h 274669"/>
              <a:gd name="connsiteX22" fmla="*/ 2399862 w 4102501"/>
              <a:gd name="connsiteY22" fmla="*/ 252849 h 274669"/>
              <a:gd name="connsiteX23" fmla="*/ 2525987 w 4102501"/>
              <a:gd name="connsiteY23" fmla="*/ 182780 h 274669"/>
              <a:gd name="connsiteX24" fmla="*/ 2617076 w 4102501"/>
              <a:gd name="connsiteY24" fmla="*/ 109208 h 274669"/>
              <a:gd name="connsiteX25" fmla="*/ 2704662 w 4102501"/>
              <a:gd name="connsiteY25" fmla="*/ 60159 h 274669"/>
              <a:gd name="connsiteX26" fmla="*/ 2813269 w 4102501"/>
              <a:gd name="connsiteY26" fmla="*/ 32132 h 274669"/>
              <a:gd name="connsiteX27" fmla="*/ 2900856 w 4102501"/>
              <a:gd name="connsiteY27" fmla="*/ 28628 h 274669"/>
              <a:gd name="connsiteX28" fmla="*/ 3019973 w 4102501"/>
              <a:gd name="connsiteY28" fmla="*/ 42642 h 274669"/>
              <a:gd name="connsiteX29" fmla="*/ 3121573 w 4102501"/>
              <a:gd name="connsiteY29" fmla="*/ 95194 h 274669"/>
              <a:gd name="connsiteX30" fmla="*/ 3156607 w 4102501"/>
              <a:gd name="connsiteY30" fmla="*/ 123221 h 274669"/>
              <a:gd name="connsiteX31" fmla="*/ 3230180 w 4102501"/>
              <a:gd name="connsiteY31" fmla="*/ 172270 h 274669"/>
              <a:gd name="connsiteX32" fmla="*/ 3310759 w 4102501"/>
              <a:gd name="connsiteY32" fmla="*/ 221318 h 274669"/>
              <a:gd name="connsiteX33" fmla="*/ 3405352 w 4102501"/>
              <a:gd name="connsiteY33" fmla="*/ 256352 h 274669"/>
              <a:gd name="connsiteX34" fmla="*/ 3496442 w 4102501"/>
              <a:gd name="connsiteY34" fmla="*/ 266863 h 274669"/>
              <a:gd name="connsiteX35" fmla="*/ 3591035 w 4102501"/>
              <a:gd name="connsiteY35" fmla="*/ 266863 h 274669"/>
              <a:gd name="connsiteX36" fmla="*/ 3696138 w 4102501"/>
              <a:gd name="connsiteY36" fmla="*/ 249346 h 274669"/>
              <a:gd name="connsiteX37" fmla="*/ 3857411 w 4102501"/>
              <a:gd name="connsiteY37" fmla="*/ 144711 h 274669"/>
              <a:gd name="connsiteX38" fmla="*/ 4102501 w 4102501"/>
              <a:gd name="connsiteY38" fmla="*/ 95912 h 274669"/>
              <a:gd name="connsiteX0" fmla="*/ 0 w 4093535"/>
              <a:gd name="connsiteY0" fmla="*/ 130228 h 274669"/>
              <a:gd name="connsiteX1" fmla="*/ 108607 w 4093535"/>
              <a:gd name="connsiteY1" fmla="*/ 49649 h 274669"/>
              <a:gd name="connsiteX2" fmla="*/ 217214 w 4093535"/>
              <a:gd name="connsiteY2" fmla="*/ 11111 h 274669"/>
              <a:gd name="connsiteX3" fmla="*/ 353849 w 4093535"/>
              <a:gd name="connsiteY3" fmla="*/ 601 h 274669"/>
              <a:gd name="connsiteX4" fmla="*/ 476469 w 4093535"/>
              <a:gd name="connsiteY4" fmla="*/ 25125 h 274669"/>
              <a:gd name="connsiteX5" fmla="*/ 581573 w 4093535"/>
              <a:gd name="connsiteY5" fmla="*/ 63663 h 274669"/>
              <a:gd name="connsiteX6" fmla="*/ 651642 w 4093535"/>
              <a:gd name="connsiteY6" fmla="*/ 119718 h 274669"/>
              <a:gd name="connsiteX7" fmla="*/ 770759 w 4093535"/>
              <a:gd name="connsiteY7" fmla="*/ 207304 h 274669"/>
              <a:gd name="connsiteX8" fmla="*/ 875862 w 4093535"/>
              <a:gd name="connsiteY8" fmla="*/ 245842 h 274669"/>
              <a:gd name="connsiteX9" fmla="*/ 980966 w 4093535"/>
              <a:gd name="connsiteY9" fmla="*/ 252849 h 274669"/>
              <a:gd name="connsiteX10" fmla="*/ 1107090 w 4093535"/>
              <a:gd name="connsiteY10" fmla="*/ 242339 h 274669"/>
              <a:gd name="connsiteX11" fmla="*/ 1212193 w 4093535"/>
              <a:gd name="connsiteY11" fmla="*/ 193290 h 274669"/>
              <a:gd name="connsiteX12" fmla="*/ 1289269 w 4093535"/>
              <a:gd name="connsiteY12" fmla="*/ 126725 h 274669"/>
              <a:gd name="connsiteX13" fmla="*/ 1404883 w 4093535"/>
              <a:gd name="connsiteY13" fmla="*/ 49649 h 274669"/>
              <a:gd name="connsiteX14" fmla="*/ 1552028 w 4093535"/>
              <a:gd name="connsiteY14" fmla="*/ 18118 h 274669"/>
              <a:gd name="connsiteX15" fmla="*/ 1671145 w 4093535"/>
              <a:gd name="connsiteY15" fmla="*/ 21621 h 274669"/>
              <a:gd name="connsiteX16" fmla="*/ 1765738 w 4093535"/>
              <a:gd name="connsiteY16" fmla="*/ 39139 h 274669"/>
              <a:gd name="connsiteX17" fmla="*/ 1874345 w 4093535"/>
              <a:gd name="connsiteY17" fmla="*/ 84684 h 274669"/>
              <a:gd name="connsiteX18" fmla="*/ 2010980 w 4093535"/>
              <a:gd name="connsiteY18" fmla="*/ 193290 h 274669"/>
              <a:gd name="connsiteX19" fmla="*/ 2070538 w 4093535"/>
              <a:gd name="connsiteY19" fmla="*/ 235332 h 274669"/>
              <a:gd name="connsiteX20" fmla="*/ 2179145 w 4093535"/>
              <a:gd name="connsiteY20" fmla="*/ 266863 h 274669"/>
              <a:gd name="connsiteX21" fmla="*/ 2298262 w 4093535"/>
              <a:gd name="connsiteY21" fmla="*/ 273870 h 274669"/>
              <a:gd name="connsiteX22" fmla="*/ 2399862 w 4093535"/>
              <a:gd name="connsiteY22" fmla="*/ 252849 h 274669"/>
              <a:gd name="connsiteX23" fmla="*/ 2525987 w 4093535"/>
              <a:gd name="connsiteY23" fmla="*/ 182780 h 274669"/>
              <a:gd name="connsiteX24" fmla="*/ 2617076 w 4093535"/>
              <a:gd name="connsiteY24" fmla="*/ 109208 h 274669"/>
              <a:gd name="connsiteX25" fmla="*/ 2704662 w 4093535"/>
              <a:gd name="connsiteY25" fmla="*/ 60159 h 274669"/>
              <a:gd name="connsiteX26" fmla="*/ 2813269 w 4093535"/>
              <a:gd name="connsiteY26" fmla="*/ 32132 h 274669"/>
              <a:gd name="connsiteX27" fmla="*/ 2900856 w 4093535"/>
              <a:gd name="connsiteY27" fmla="*/ 28628 h 274669"/>
              <a:gd name="connsiteX28" fmla="*/ 3019973 w 4093535"/>
              <a:gd name="connsiteY28" fmla="*/ 42642 h 274669"/>
              <a:gd name="connsiteX29" fmla="*/ 3121573 w 4093535"/>
              <a:gd name="connsiteY29" fmla="*/ 95194 h 274669"/>
              <a:gd name="connsiteX30" fmla="*/ 3156607 w 4093535"/>
              <a:gd name="connsiteY30" fmla="*/ 123221 h 274669"/>
              <a:gd name="connsiteX31" fmla="*/ 3230180 w 4093535"/>
              <a:gd name="connsiteY31" fmla="*/ 172270 h 274669"/>
              <a:gd name="connsiteX32" fmla="*/ 3310759 w 4093535"/>
              <a:gd name="connsiteY32" fmla="*/ 221318 h 274669"/>
              <a:gd name="connsiteX33" fmla="*/ 3405352 w 4093535"/>
              <a:gd name="connsiteY33" fmla="*/ 256352 h 274669"/>
              <a:gd name="connsiteX34" fmla="*/ 3496442 w 4093535"/>
              <a:gd name="connsiteY34" fmla="*/ 266863 h 274669"/>
              <a:gd name="connsiteX35" fmla="*/ 3591035 w 4093535"/>
              <a:gd name="connsiteY35" fmla="*/ 266863 h 274669"/>
              <a:gd name="connsiteX36" fmla="*/ 3696138 w 4093535"/>
              <a:gd name="connsiteY36" fmla="*/ 249346 h 274669"/>
              <a:gd name="connsiteX37" fmla="*/ 3857411 w 4093535"/>
              <a:gd name="connsiteY37" fmla="*/ 144711 h 274669"/>
              <a:gd name="connsiteX38" fmla="*/ 4093535 w 4093535"/>
              <a:gd name="connsiteY38" fmla="*/ 60534 h 274669"/>
              <a:gd name="connsiteX0" fmla="*/ 0 w 4039740"/>
              <a:gd name="connsiteY0" fmla="*/ 130228 h 274669"/>
              <a:gd name="connsiteX1" fmla="*/ 108607 w 4039740"/>
              <a:gd name="connsiteY1" fmla="*/ 49649 h 274669"/>
              <a:gd name="connsiteX2" fmla="*/ 217214 w 4039740"/>
              <a:gd name="connsiteY2" fmla="*/ 11111 h 274669"/>
              <a:gd name="connsiteX3" fmla="*/ 353849 w 4039740"/>
              <a:gd name="connsiteY3" fmla="*/ 601 h 274669"/>
              <a:gd name="connsiteX4" fmla="*/ 476469 w 4039740"/>
              <a:gd name="connsiteY4" fmla="*/ 25125 h 274669"/>
              <a:gd name="connsiteX5" fmla="*/ 581573 w 4039740"/>
              <a:gd name="connsiteY5" fmla="*/ 63663 h 274669"/>
              <a:gd name="connsiteX6" fmla="*/ 651642 w 4039740"/>
              <a:gd name="connsiteY6" fmla="*/ 119718 h 274669"/>
              <a:gd name="connsiteX7" fmla="*/ 770759 w 4039740"/>
              <a:gd name="connsiteY7" fmla="*/ 207304 h 274669"/>
              <a:gd name="connsiteX8" fmla="*/ 875862 w 4039740"/>
              <a:gd name="connsiteY8" fmla="*/ 245842 h 274669"/>
              <a:gd name="connsiteX9" fmla="*/ 980966 w 4039740"/>
              <a:gd name="connsiteY9" fmla="*/ 252849 h 274669"/>
              <a:gd name="connsiteX10" fmla="*/ 1107090 w 4039740"/>
              <a:gd name="connsiteY10" fmla="*/ 242339 h 274669"/>
              <a:gd name="connsiteX11" fmla="*/ 1212193 w 4039740"/>
              <a:gd name="connsiteY11" fmla="*/ 193290 h 274669"/>
              <a:gd name="connsiteX12" fmla="*/ 1289269 w 4039740"/>
              <a:gd name="connsiteY12" fmla="*/ 126725 h 274669"/>
              <a:gd name="connsiteX13" fmla="*/ 1404883 w 4039740"/>
              <a:gd name="connsiteY13" fmla="*/ 49649 h 274669"/>
              <a:gd name="connsiteX14" fmla="*/ 1552028 w 4039740"/>
              <a:gd name="connsiteY14" fmla="*/ 18118 h 274669"/>
              <a:gd name="connsiteX15" fmla="*/ 1671145 w 4039740"/>
              <a:gd name="connsiteY15" fmla="*/ 21621 h 274669"/>
              <a:gd name="connsiteX16" fmla="*/ 1765738 w 4039740"/>
              <a:gd name="connsiteY16" fmla="*/ 39139 h 274669"/>
              <a:gd name="connsiteX17" fmla="*/ 1874345 w 4039740"/>
              <a:gd name="connsiteY17" fmla="*/ 84684 h 274669"/>
              <a:gd name="connsiteX18" fmla="*/ 2010980 w 4039740"/>
              <a:gd name="connsiteY18" fmla="*/ 193290 h 274669"/>
              <a:gd name="connsiteX19" fmla="*/ 2070538 w 4039740"/>
              <a:gd name="connsiteY19" fmla="*/ 235332 h 274669"/>
              <a:gd name="connsiteX20" fmla="*/ 2179145 w 4039740"/>
              <a:gd name="connsiteY20" fmla="*/ 266863 h 274669"/>
              <a:gd name="connsiteX21" fmla="*/ 2298262 w 4039740"/>
              <a:gd name="connsiteY21" fmla="*/ 273870 h 274669"/>
              <a:gd name="connsiteX22" fmla="*/ 2399862 w 4039740"/>
              <a:gd name="connsiteY22" fmla="*/ 252849 h 274669"/>
              <a:gd name="connsiteX23" fmla="*/ 2525987 w 4039740"/>
              <a:gd name="connsiteY23" fmla="*/ 182780 h 274669"/>
              <a:gd name="connsiteX24" fmla="*/ 2617076 w 4039740"/>
              <a:gd name="connsiteY24" fmla="*/ 109208 h 274669"/>
              <a:gd name="connsiteX25" fmla="*/ 2704662 w 4039740"/>
              <a:gd name="connsiteY25" fmla="*/ 60159 h 274669"/>
              <a:gd name="connsiteX26" fmla="*/ 2813269 w 4039740"/>
              <a:gd name="connsiteY26" fmla="*/ 32132 h 274669"/>
              <a:gd name="connsiteX27" fmla="*/ 2900856 w 4039740"/>
              <a:gd name="connsiteY27" fmla="*/ 28628 h 274669"/>
              <a:gd name="connsiteX28" fmla="*/ 3019973 w 4039740"/>
              <a:gd name="connsiteY28" fmla="*/ 42642 h 274669"/>
              <a:gd name="connsiteX29" fmla="*/ 3121573 w 4039740"/>
              <a:gd name="connsiteY29" fmla="*/ 95194 h 274669"/>
              <a:gd name="connsiteX30" fmla="*/ 3156607 w 4039740"/>
              <a:gd name="connsiteY30" fmla="*/ 123221 h 274669"/>
              <a:gd name="connsiteX31" fmla="*/ 3230180 w 4039740"/>
              <a:gd name="connsiteY31" fmla="*/ 172270 h 274669"/>
              <a:gd name="connsiteX32" fmla="*/ 3310759 w 4039740"/>
              <a:gd name="connsiteY32" fmla="*/ 221318 h 274669"/>
              <a:gd name="connsiteX33" fmla="*/ 3405352 w 4039740"/>
              <a:gd name="connsiteY33" fmla="*/ 256352 h 274669"/>
              <a:gd name="connsiteX34" fmla="*/ 3496442 w 4039740"/>
              <a:gd name="connsiteY34" fmla="*/ 266863 h 274669"/>
              <a:gd name="connsiteX35" fmla="*/ 3591035 w 4039740"/>
              <a:gd name="connsiteY35" fmla="*/ 266863 h 274669"/>
              <a:gd name="connsiteX36" fmla="*/ 3696138 w 4039740"/>
              <a:gd name="connsiteY36" fmla="*/ 249346 h 274669"/>
              <a:gd name="connsiteX37" fmla="*/ 3857411 w 4039740"/>
              <a:gd name="connsiteY37" fmla="*/ 144711 h 274669"/>
              <a:gd name="connsiteX38" fmla="*/ 4039740 w 4039740"/>
              <a:gd name="connsiteY38" fmla="*/ 41484 h 274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4039740" h="274669">
                <a:moveTo>
                  <a:pt x="0" y="130228"/>
                </a:moveTo>
                <a:cubicBezTo>
                  <a:pt x="36202" y="99865"/>
                  <a:pt x="72405" y="69502"/>
                  <a:pt x="108607" y="49649"/>
                </a:cubicBezTo>
                <a:cubicBezTo>
                  <a:pt x="144809" y="29796"/>
                  <a:pt x="176340" y="19286"/>
                  <a:pt x="217214" y="11111"/>
                </a:cubicBezTo>
                <a:cubicBezTo>
                  <a:pt x="258088" y="2936"/>
                  <a:pt x="310640" y="-1735"/>
                  <a:pt x="353849" y="601"/>
                </a:cubicBezTo>
                <a:cubicBezTo>
                  <a:pt x="397058" y="2937"/>
                  <a:pt x="438515" y="14615"/>
                  <a:pt x="476469" y="25125"/>
                </a:cubicBezTo>
                <a:cubicBezTo>
                  <a:pt x="514423" y="35635"/>
                  <a:pt x="552378" y="47897"/>
                  <a:pt x="581573" y="63663"/>
                </a:cubicBezTo>
                <a:cubicBezTo>
                  <a:pt x="610769" y="79428"/>
                  <a:pt x="620111" y="95778"/>
                  <a:pt x="651642" y="119718"/>
                </a:cubicBezTo>
                <a:cubicBezTo>
                  <a:pt x="683173" y="143658"/>
                  <a:pt x="733389" y="186283"/>
                  <a:pt x="770759" y="207304"/>
                </a:cubicBezTo>
                <a:cubicBezTo>
                  <a:pt x="808129" y="228325"/>
                  <a:pt x="840828" y="238251"/>
                  <a:pt x="875862" y="245842"/>
                </a:cubicBezTo>
                <a:cubicBezTo>
                  <a:pt x="910896" y="253433"/>
                  <a:pt x="942428" y="253433"/>
                  <a:pt x="980966" y="252849"/>
                </a:cubicBezTo>
                <a:cubicBezTo>
                  <a:pt x="1019504" y="252265"/>
                  <a:pt x="1068552" y="252266"/>
                  <a:pt x="1107090" y="242339"/>
                </a:cubicBezTo>
                <a:cubicBezTo>
                  <a:pt x="1145628" y="232413"/>
                  <a:pt x="1181830" y="212559"/>
                  <a:pt x="1212193" y="193290"/>
                </a:cubicBezTo>
                <a:cubicBezTo>
                  <a:pt x="1242556" y="174021"/>
                  <a:pt x="1257154" y="150665"/>
                  <a:pt x="1289269" y="126725"/>
                </a:cubicBezTo>
                <a:cubicBezTo>
                  <a:pt x="1321384" y="102785"/>
                  <a:pt x="1361090" y="67750"/>
                  <a:pt x="1404883" y="49649"/>
                </a:cubicBezTo>
                <a:cubicBezTo>
                  <a:pt x="1448676" y="31548"/>
                  <a:pt x="1507651" y="22789"/>
                  <a:pt x="1552028" y="18118"/>
                </a:cubicBezTo>
                <a:cubicBezTo>
                  <a:pt x="1596405" y="13447"/>
                  <a:pt x="1635527" y="18117"/>
                  <a:pt x="1671145" y="21621"/>
                </a:cubicBezTo>
                <a:cubicBezTo>
                  <a:pt x="1706763" y="25125"/>
                  <a:pt x="1731871" y="28628"/>
                  <a:pt x="1765738" y="39139"/>
                </a:cubicBezTo>
                <a:cubicBezTo>
                  <a:pt x="1799605" y="49650"/>
                  <a:pt x="1833471" y="58992"/>
                  <a:pt x="1874345" y="84684"/>
                </a:cubicBezTo>
                <a:cubicBezTo>
                  <a:pt x="1915219" y="110376"/>
                  <a:pt x="1978281" y="168182"/>
                  <a:pt x="2010980" y="193290"/>
                </a:cubicBezTo>
                <a:cubicBezTo>
                  <a:pt x="2043679" y="218398"/>
                  <a:pt x="2042511" y="223070"/>
                  <a:pt x="2070538" y="235332"/>
                </a:cubicBezTo>
                <a:cubicBezTo>
                  <a:pt x="2098566" y="247594"/>
                  <a:pt x="2141191" y="260440"/>
                  <a:pt x="2179145" y="266863"/>
                </a:cubicBezTo>
                <a:cubicBezTo>
                  <a:pt x="2217099" y="273286"/>
                  <a:pt x="2261476" y="276206"/>
                  <a:pt x="2298262" y="273870"/>
                </a:cubicBezTo>
                <a:cubicBezTo>
                  <a:pt x="2335048" y="271534"/>
                  <a:pt x="2361908" y="268031"/>
                  <a:pt x="2399862" y="252849"/>
                </a:cubicBezTo>
                <a:cubicBezTo>
                  <a:pt x="2437816" y="237667"/>
                  <a:pt x="2489785" y="206720"/>
                  <a:pt x="2525987" y="182780"/>
                </a:cubicBezTo>
                <a:cubicBezTo>
                  <a:pt x="2562189" y="158840"/>
                  <a:pt x="2587297" y="129645"/>
                  <a:pt x="2617076" y="109208"/>
                </a:cubicBezTo>
                <a:cubicBezTo>
                  <a:pt x="2646855" y="88771"/>
                  <a:pt x="2671963" y="73005"/>
                  <a:pt x="2704662" y="60159"/>
                </a:cubicBezTo>
                <a:cubicBezTo>
                  <a:pt x="2737361" y="47313"/>
                  <a:pt x="2780570" y="37387"/>
                  <a:pt x="2813269" y="32132"/>
                </a:cubicBezTo>
                <a:cubicBezTo>
                  <a:pt x="2845968" y="26877"/>
                  <a:pt x="2866405" y="26876"/>
                  <a:pt x="2900856" y="28628"/>
                </a:cubicBezTo>
                <a:cubicBezTo>
                  <a:pt x="2935307" y="30380"/>
                  <a:pt x="2983187" y="31548"/>
                  <a:pt x="3019973" y="42642"/>
                </a:cubicBezTo>
                <a:cubicBezTo>
                  <a:pt x="3056759" y="53736"/>
                  <a:pt x="3098801" y="81764"/>
                  <a:pt x="3121573" y="95194"/>
                </a:cubicBezTo>
                <a:cubicBezTo>
                  <a:pt x="3144345" y="108624"/>
                  <a:pt x="3138506" y="110375"/>
                  <a:pt x="3156607" y="123221"/>
                </a:cubicBezTo>
                <a:cubicBezTo>
                  <a:pt x="3174708" y="136067"/>
                  <a:pt x="3204488" y="155921"/>
                  <a:pt x="3230180" y="172270"/>
                </a:cubicBezTo>
                <a:cubicBezTo>
                  <a:pt x="3255872" y="188619"/>
                  <a:pt x="3281564" y="207304"/>
                  <a:pt x="3310759" y="221318"/>
                </a:cubicBezTo>
                <a:cubicBezTo>
                  <a:pt x="3339954" y="235332"/>
                  <a:pt x="3374405" y="248761"/>
                  <a:pt x="3405352" y="256352"/>
                </a:cubicBezTo>
                <a:cubicBezTo>
                  <a:pt x="3436299" y="263943"/>
                  <a:pt x="3465495" y="265111"/>
                  <a:pt x="3496442" y="266863"/>
                </a:cubicBezTo>
                <a:cubicBezTo>
                  <a:pt x="3527389" y="268615"/>
                  <a:pt x="3557752" y="269782"/>
                  <a:pt x="3591035" y="266863"/>
                </a:cubicBezTo>
                <a:cubicBezTo>
                  <a:pt x="3624318" y="263944"/>
                  <a:pt x="3651742" y="269705"/>
                  <a:pt x="3696138" y="249346"/>
                </a:cubicBezTo>
                <a:cubicBezTo>
                  <a:pt x="3740534" y="228987"/>
                  <a:pt x="3832887" y="159309"/>
                  <a:pt x="3857411" y="144711"/>
                </a:cubicBezTo>
                <a:cubicBezTo>
                  <a:pt x="3881935" y="130113"/>
                  <a:pt x="4018719" y="56957"/>
                  <a:pt x="4039740" y="41484"/>
                </a:cubicBezTo>
              </a:path>
            </a:pathLst>
          </a:custGeom>
          <a:noFill/>
          <a:ln w="76200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73975B64-BC12-99C3-CCF1-DCB0B615F143}"/>
              </a:ext>
            </a:extLst>
          </p:cNvPr>
          <p:cNvSpPr/>
          <p:nvPr/>
        </p:nvSpPr>
        <p:spPr>
          <a:xfrm>
            <a:off x="4914078" y="3291665"/>
            <a:ext cx="348656" cy="352778"/>
          </a:xfrm>
          <a:prstGeom prst="ellipse">
            <a:avLst/>
          </a:prstGeom>
          <a:solidFill>
            <a:srgbClr val="172C51"/>
          </a:solidFill>
          <a:ln>
            <a:solidFill>
              <a:srgbClr val="172C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16CF1034-EDF5-4644-DDB7-25040C0B3A64}"/>
              </a:ext>
            </a:extLst>
          </p:cNvPr>
          <p:cNvSpPr/>
          <p:nvPr/>
        </p:nvSpPr>
        <p:spPr>
          <a:xfrm>
            <a:off x="6655763" y="2601784"/>
            <a:ext cx="348656" cy="352778"/>
          </a:xfrm>
          <a:prstGeom prst="ellipse">
            <a:avLst/>
          </a:prstGeom>
          <a:solidFill>
            <a:srgbClr val="172C51"/>
          </a:solidFill>
          <a:ln>
            <a:solidFill>
              <a:srgbClr val="172C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0267D0D8-9CE0-64F3-7401-D03923C8DE49}"/>
              </a:ext>
            </a:extLst>
          </p:cNvPr>
          <p:cNvSpPr/>
          <p:nvPr/>
        </p:nvSpPr>
        <p:spPr>
          <a:xfrm>
            <a:off x="7340178" y="1507275"/>
            <a:ext cx="348656" cy="352778"/>
          </a:xfrm>
          <a:prstGeom prst="ellipse">
            <a:avLst/>
          </a:prstGeom>
          <a:solidFill>
            <a:srgbClr val="172C51"/>
          </a:solidFill>
          <a:ln>
            <a:solidFill>
              <a:srgbClr val="172C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E840A0BF-DF9F-EC16-817D-76E5EEEA5E5E}"/>
              </a:ext>
            </a:extLst>
          </p:cNvPr>
          <p:cNvSpPr/>
          <p:nvPr/>
        </p:nvSpPr>
        <p:spPr>
          <a:xfrm>
            <a:off x="7026147" y="4449980"/>
            <a:ext cx="348656" cy="352778"/>
          </a:xfrm>
          <a:prstGeom prst="ellipse">
            <a:avLst/>
          </a:prstGeom>
          <a:solidFill>
            <a:srgbClr val="172C51"/>
          </a:solidFill>
          <a:ln>
            <a:solidFill>
              <a:srgbClr val="172C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6362F9CE-5CEF-89AD-40F4-F41DB5755CA7}"/>
              </a:ext>
            </a:extLst>
          </p:cNvPr>
          <p:cNvSpPr/>
          <p:nvPr/>
        </p:nvSpPr>
        <p:spPr>
          <a:xfrm>
            <a:off x="8262890" y="3213556"/>
            <a:ext cx="348656" cy="352778"/>
          </a:xfrm>
          <a:prstGeom prst="ellipse">
            <a:avLst/>
          </a:prstGeom>
          <a:solidFill>
            <a:srgbClr val="172C51"/>
          </a:solidFill>
          <a:ln>
            <a:solidFill>
              <a:srgbClr val="172C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987D18EF-B86F-07B6-2E83-D00439E37803}"/>
              </a:ext>
            </a:extLst>
          </p:cNvPr>
          <p:cNvSpPr/>
          <p:nvPr/>
        </p:nvSpPr>
        <p:spPr>
          <a:xfrm>
            <a:off x="8512272" y="4615900"/>
            <a:ext cx="348656" cy="352778"/>
          </a:xfrm>
          <a:prstGeom prst="ellipse">
            <a:avLst/>
          </a:prstGeom>
          <a:solidFill>
            <a:srgbClr val="172C51"/>
          </a:solidFill>
          <a:ln>
            <a:solidFill>
              <a:srgbClr val="172C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844D8B6C-E391-3672-53A1-37012136DD79}"/>
              </a:ext>
            </a:extLst>
          </p:cNvPr>
          <p:cNvSpPr/>
          <p:nvPr/>
        </p:nvSpPr>
        <p:spPr>
          <a:xfrm>
            <a:off x="9446069" y="3937027"/>
            <a:ext cx="348656" cy="352778"/>
          </a:xfrm>
          <a:prstGeom prst="ellipse">
            <a:avLst/>
          </a:prstGeom>
          <a:solidFill>
            <a:srgbClr val="172C51"/>
          </a:solidFill>
          <a:ln>
            <a:solidFill>
              <a:srgbClr val="172C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9D7D509D-FD5F-4B3B-FD52-AF9FCE6AE5F3}"/>
              </a:ext>
            </a:extLst>
          </p:cNvPr>
          <p:cNvSpPr/>
          <p:nvPr/>
        </p:nvSpPr>
        <p:spPr>
          <a:xfrm>
            <a:off x="8793908" y="2425395"/>
            <a:ext cx="348656" cy="352778"/>
          </a:xfrm>
          <a:prstGeom prst="ellipse">
            <a:avLst/>
          </a:prstGeom>
          <a:solidFill>
            <a:srgbClr val="172C51"/>
          </a:solidFill>
          <a:ln>
            <a:solidFill>
              <a:srgbClr val="172C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F330EEBC-9570-7EBB-8616-357777BC599C}"/>
              </a:ext>
            </a:extLst>
          </p:cNvPr>
          <p:cNvSpPr/>
          <p:nvPr/>
        </p:nvSpPr>
        <p:spPr>
          <a:xfrm>
            <a:off x="7688834" y="4949720"/>
            <a:ext cx="348656" cy="352778"/>
          </a:xfrm>
          <a:prstGeom prst="ellipse">
            <a:avLst/>
          </a:prstGeom>
          <a:solidFill>
            <a:srgbClr val="172C51"/>
          </a:solidFill>
          <a:ln>
            <a:solidFill>
              <a:srgbClr val="172C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5" name="Retângulo 54">
            <a:extLst>
              <a:ext uri="{FF2B5EF4-FFF2-40B4-BE49-F238E27FC236}">
                <a16:creationId xmlns:a16="http://schemas.microsoft.com/office/drawing/2014/main" id="{26D869B1-401C-A5A2-96C2-7C83381A1D3F}"/>
              </a:ext>
            </a:extLst>
          </p:cNvPr>
          <p:cNvSpPr/>
          <p:nvPr/>
        </p:nvSpPr>
        <p:spPr>
          <a:xfrm>
            <a:off x="5284961" y="3051822"/>
            <a:ext cx="418672" cy="8400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4" name="Conector reto 23">
            <a:extLst>
              <a:ext uri="{FF2B5EF4-FFF2-40B4-BE49-F238E27FC236}">
                <a16:creationId xmlns:a16="http://schemas.microsoft.com/office/drawing/2014/main" id="{6C1FB498-7B5A-027A-FB44-8ADD25FD8102}"/>
              </a:ext>
            </a:extLst>
          </p:cNvPr>
          <p:cNvCxnSpPr>
            <a:cxnSpLocks/>
          </p:cNvCxnSpPr>
          <p:nvPr/>
        </p:nvCxnSpPr>
        <p:spPr>
          <a:xfrm flipV="1">
            <a:off x="5336771" y="2879834"/>
            <a:ext cx="1270732" cy="510111"/>
          </a:xfrm>
          <a:prstGeom prst="line">
            <a:avLst/>
          </a:prstGeom>
          <a:ln w="57150">
            <a:solidFill>
              <a:schemeClr val="tx2">
                <a:lumMod val="60000"/>
                <a:lumOff val="4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7FA5F021-8664-A048-0EC5-2069EA8E556F}"/>
              </a:ext>
            </a:extLst>
          </p:cNvPr>
          <p:cNvCxnSpPr>
            <a:cxnSpLocks/>
          </p:cNvCxnSpPr>
          <p:nvPr/>
        </p:nvCxnSpPr>
        <p:spPr>
          <a:xfrm flipV="1">
            <a:off x="5336771" y="3389945"/>
            <a:ext cx="2805243" cy="119411"/>
          </a:xfrm>
          <a:prstGeom prst="line">
            <a:avLst/>
          </a:prstGeom>
          <a:ln w="57150">
            <a:solidFill>
              <a:schemeClr val="tx2">
                <a:lumMod val="60000"/>
                <a:lumOff val="4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>
            <a:extLst>
              <a:ext uri="{FF2B5EF4-FFF2-40B4-BE49-F238E27FC236}">
                <a16:creationId xmlns:a16="http://schemas.microsoft.com/office/drawing/2014/main" id="{135924A5-AB93-2D76-7C1C-1B52C4D17F86}"/>
              </a:ext>
            </a:extLst>
          </p:cNvPr>
          <p:cNvCxnSpPr>
            <a:cxnSpLocks/>
          </p:cNvCxnSpPr>
          <p:nvPr/>
        </p:nvCxnSpPr>
        <p:spPr>
          <a:xfrm>
            <a:off x="5332283" y="3644443"/>
            <a:ext cx="1639579" cy="840011"/>
          </a:xfrm>
          <a:prstGeom prst="line">
            <a:avLst/>
          </a:prstGeom>
          <a:ln w="57150">
            <a:solidFill>
              <a:schemeClr val="tx2">
                <a:lumMod val="60000"/>
                <a:lumOff val="4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to 30">
            <a:extLst>
              <a:ext uri="{FF2B5EF4-FFF2-40B4-BE49-F238E27FC236}">
                <a16:creationId xmlns:a16="http://schemas.microsoft.com/office/drawing/2014/main" id="{5BDC261B-0F87-944A-C503-CF8E03DE9420}"/>
              </a:ext>
            </a:extLst>
          </p:cNvPr>
          <p:cNvCxnSpPr>
            <a:cxnSpLocks/>
          </p:cNvCxnSpPr>
          <p:nvPr/>
        </p:nvCxnSpPr>
        <p:spPr>
          <a:xfrm>
            <a:off x="7415049" y="4792289"/>
            <a:ext cx="273785" cy="202352"/>
          </a:xfrm>
          <a:prstGeom prst="line">
            <a:avLst/>
          </a:prstGeom>
          <a:ln w="57150">
            <a:solidFill>
              <a:schemeClr val="tx2">
                <a:lumMod val="60000"/>
                <a:lumOff val="4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to 32">
            <a:extLst>
              <a:ext uri="{FF2B5EF4-FFF2-40B4-BE49-F238E27FC236}">
                <a16:creationId xmlns:a16="http://schemas.microsoft.com/office/drawing/2014/main" id="{C675E495-695A-611C-BCCE-2D6A6CE82F96}"/>
              </a:ext>
            </a:extLst>
          </p:cNvPr>
          <p:cNvCxnSpPr>
            <a:cxnSpLocks/>
          </p:cNvCxnSpPr>
          <p:nvPr/>
        </p:nvCxnSpPr>
        <p:spPr>
          <a:xfrm flipV="1">
            <a:off x="7374803" y="3562108"/>
            <a:ext cx="888087" cy="922324"/>
          </a:xfrm>
          <a:prstGeom prst="line">
            <a:avLst/>
          </a:prstGeom>
          <a:ln w="57150">
            <a:solidFill>
              <a:schemeClr val="tx2">
                <a:lumMod val="60000"/>
                <a:lumOff val="4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>
            <a:extLst>
              <a:ext uri="{FF2B5EF4-FFF2-40B4-BE49-F238E27FC236}">
                <a16:creationId xmlns:a16="http://schemas.microsoft.com/office/drawing/2014/main" id="{A30117BE-297C-6756-3E9D-8763BABBCBCC}"/>
              </a:ext>
            </a:extLst>
          </p:cNvPr>
          <p:cNvCxnSpPr>
            <a:cxnSpLocks/>
          </p:cNvCxnSpPr>
          <p:nvPr/>
        </p:nvCxnSpPr>
        <p:spPr>
          <a:xfrm flipV="1">
            <a:off x="8078953" y="4866290"/>
            <a:ext cx="433319" cy="172958"/>
          </a:xfrm>
          <a:prstGeom prst="line">
            <a:avLst/>
          </a:prstGeom>
          <a:ln w="57150">
            <a:solidFill>
              <a:schemeClr val="tx2">
                <a:lumMod val="60000"/>
                <a:lumOff val="4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to 37">
            <a:extLst>
              <a:ext uri="{FF2B5EF4-FFF2-40B4-BE49-F238E27FC236}">
                <a16:creationId xmlns:a16="http://schemas.microsoft.com/office/drawing/2014/main" id="{DCEDFBD9-88C2-069F-C608-1FF0C2D8F79C}"/>
              </a:ext>
            </a:extLst>
          </p:cNvPr>
          <p:cNvCxnSpPr>
            <a:cxnSpLocks/>
          </p:cNvCxnSpPr>
          <p:nvPr/>
        </p:nvCxnSpPr>
        <p:spPr>
          <a:xfrm flipV="1">
            <a:off x="6942456" y="1881352"/>
            <a:ext cx="432347" cy="695809"/>
          </a:xfrm>
          <a:prstGeom prst="line">
            <a:avLst/>
          </a:prstGeom>
          <a:ln w="57150">
            <a:solidFill>
              <a:schemeClr val="tx2">
                <a:lumMod val="60000"/>
                <a:lumOff val="4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to 39">
            <a:extLst>
              <a:ext uri="{FF2B5EF4-FFF2-40B4-BE49-F238E27FC236}">
                <a16:creationId xmlns:a16="http://schemas.microsoft.com/office/drawing/2014/main" id="{11384A3F-5F8F-B812-5883-774959811289}"/>
              </a:ext>
            </a:extLst>
          </p:cNvPr>
          <p:cNvCxnSpPr>
            <a:cxnSpLocks/>
          </p:cNvCxnSpPr>
          <p:nvPr/>
        </p:nvCxnSpPr>
        <p:spPr>
          <a:xfrm flipH="1" flipV="1">
            <a:off x="7750802" y="1765174"/>
            <a:ext cx="993805" cy="711764"/>
          </a:xfrm>
          <a:prstGeom prst="line">
            <a:avLst/>
          </a:prstGeom>
          <a:ln w="57150">
            <a:solidFill>
              <a:schemeClr val="tx2">
                <a:lumMod val="60000"/>
                <a:lumOff val="4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to 42">
            <a:extLst>
              <a:ext uri="{FF2B5EF4-FFF2-40B4-BE49-F238E27FC236}">
                <a16:creationId xmlns:a16="http://schemas.microsoft.com/office/drawing/2014/main" id="{1263B84D-0192-3FFB-BFED-35D14369ACE7}"/>
              </a:ext>
            </a:extLst>
          </p:cNvPr>
          <p:cNvCxnSpPr>
            <a:cxnSpLocks/>
          </p:cNvCxnSpPr>
          <p:nvPr/>
        </p:nvCxnSpPr>
        <p:spPr>
          <a:xfrm>
            <a:off x="8686600" y="3509356"/>
            <a:ext cx="759469" cy="513914"/>
          </a:xfrm>
          <a:prstGeom prst="line">
            <a:avLst/>
          </a:prstGeom>
          <a:ln w="57150">
            <a:solidFill>
              <a:schemeClr val="tx2">
                <a:lumMod val="60000"/>
                <a:lumOff val="4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tângulo 55">
            <a:extLst>
              <a:ext uri="{FF2B5EF4-FFF2-40B4-BE49-F238E27FC236}">
                <a16:creationId xmlns:a16="http://schemas.microsoft.com/office/drawing/2014/main" id="{F8F7DADE-2CC7-2852-75FC-EB645ACC5369}"/>
              </a:ext>
            </a:extLst>
          </p:cNvPr>
          <p:cNvSpPr/>
          <p:nvPr/>
        </p:nvSpPr>
        <p:spPr>
          <a:xfrm rot="3452032">
            <a:off x="9764354" y="1629752"/>
            <a:ext cx="418672" cy="8400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8" name="Retângulo 57">
            <a:extLst>
              <a:ext uri="{FF2B5EF4-FFF2-40B4-BE49-F238E27FC236}">
                <a16:creationId xmlns:a16="http://schemas.microsoft.com/office/drawing/2014/main" id="{C51130E2-8FD7-D8B3-0C4E-99ADC7321C80}"/>
              </a:ext>
            </a:extLst>
          </p:cNvPr>
          <p:cNvSpPr/>
          <p:nvPr/>
        </p:nvSpPr>
        <p:spPr>
          <a:xfrm rot="6832287">
            <a:off x="9445035" y="4733682"/>
            <a:ext cx="418672" cy="8400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5D7BE6F0-B477-35F9-3561-0D1F82E238E7}"/>
              </a:ext>
            </a:extLst>
          </p:cNvPr>
          <p:cNvCxnSpPr>
            <a:cxnSpLocks/>
          </p:cNvCxnSpPr>
          <p:nvPr/>
        </p:nvCxnSpPr>
        <p:spPr>
          <a:xfrm>
            <a:off x="8918374" y="4850904"/>
            <a:ext cx="1192921" cy="505868"/>
          </a:xfrm>
          <a:prstGeom prst="line">
            <a:avLst/>
          </a:prstGeom>
          <a:ln w="57150">
            <a:solidFill>
              <a:schemeClr val="tx2">
                <a:lumMod val="60000"/>
                <a:lumOff val="40000"/>
              </a:schemeClr>
            </a:solidFill>
            <a:prstDash val="sys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tângulo 56">
            <a:extLst>
              <a:ext uri="{FF2B5EF4-FFF2-40B4-BE49-F238E27FC236}">
                <a16:creationId xmlns:a16="http://schemas.microsoft.com/office/drawing/2014/main" id="{40AD46CA-6BAB-FE4C-4A0C-76E19476AF8A}"/>
              </a:ext>
            </a:extLst>
          </p:cNvPr>
          <p:cNvSpPr/>
          <p:nvPr/>
        </p:nvSpPr>
        <p:spPr>
          <a:xfrm rot="3452032">
            <a:off x="10165872" y="3198258"/>
            <a:ext cx="418672" cy="8400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8" name="Conector reto 47">
            <a:extLst>
              <a:ext uri="{FF2B5EF4-FFF2-40B4-BE49-F238E27FC236}">
                <a16:creationId xmlns:a16="http://schemas.microsoft.com/office/drawing/2014/main" id="{AB9A4058-3EE5-6026-3A85-509136B9303F}"/>
              </a:ext>
            </a:extLst>
          </p:cNvPr>
          <p:cNvCxnSpPr>
            <a:cxnSpLocks/>
          </p:cNvCxnSpPr>
          <p:nvPr/>
        </p:nvCxnSpPr>
        <p:spPr>
          <a:xfrm flipV="1">
            <a:off x="9817892" y="3291665"/>
            <a:ext cx="1067828" cy="702266"/>
          </a:xfrm>
          <a:prstGeom prst="line">
            <a:avLst/>
          </a:prstGeom>
          <a:ln w="57150">
            <a:solidFill>
              <a:schemeClr val="tx2">
                <a:lumMod val="60000"/>
                <a:lumOff val="40000"/>
              </a:schemeClr>
            </a:solidFill>
            <a:prstDash val="sys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to 50">
            <a:extLst>
              <a:ext uri="{FF2B5EF4-FFF2-40B4-BE49-F238E27FC236}">
                <a16:creationId xmlns:a16="http://schemas.microsoft.com/office/drawing/2014/main" id="{21D5230C-2D14-8ACE-5BB1-487E61CAB025}"/>
              </a:ext>
            </a:extLst>
          </p:cNvPr>
          <p:cNvCxnSpPr>
            <a:cxnSpLocks/>
          </p:cNvCxnSpPr>
          <p:nvPr/>
        </p:nvCxnSpPr>
        <p:spPr>
          <a:xfrm flipV="1">
            <a:off x="9191865" y="1714577"/>
            <a:ext cx="1265928" cy="812138"/>
          </a:xfrm>
          <a:prstGeom prst="line">
            <a:avLst/>
          </a:prstGeom>
          <a:ln w="57150">
            <a:solidFill>
              <a:schemeClr val="tx2">
                <a:lumMod val="60000"/>
                <a:lumOff val="40000"/>
              </a:schemeClr>
            </a:solidFill>
            <a:prstDash val="sys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CaixaDeTexto 62">
            <a:extLst>
              <a:ext uri="{FF2B5EF4-FFF2-40B4-BE49-F238E27FC236}">
                <a16:creationId xmlns:a16="http://schemas.microsoft.com/office/drawing/2014/main" id="{F677629A-7275-6451-278A-8156A67F1A5A}"/>
              </a:ext>
            </a:extLst>
          </p:cNvPr>
          <p:cNvSpPr txBox="1"/>
          <p:nvPr/>
        </p:nvSpPr>
        <p:spPr>
          <a:xfrm>
            <a:off x="2298087" y="2581931"/>
            <a:ext cx="31355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>
                <a:solidFill>
                  <a:srgbClr val="022D30"/>
                </a:solidFill>
                <a:latin typeface="Arial Rounded MT Bold" panose="020F0704030504030204" pitchFamily="34" charset="0"/>
              </a:rPr>
              <a:t>Lucas Araújo</a:t>
            </a:r>
          </a:p>
        </p:txBody>
      </p:sp>
      <p:sp>
        <p:nvSpPr>
          <p:cNvPr id="1027" name="CaixaDeTexto 1026">
            <a:extLst>
              <a:ext uri="{FF2B5EF4-FFF2-40B4-BE49-F238E27FC236}">
                <a16:creationId xmlns:a16="http://schemas.microsoft.com/office/drawing/2014/main" id="{4A29F019-8AD3-C7F5-3439-ABECCE6E8626}"/>
              </a:ext>
            </a:extLst>
          </p:cNvPr>
          <p:cNvSpPr txBox="1"/>
          <p:nvPr/>
        </p:nvSpPr>
        <p:spPr>
          <a:xfrm>
            <a:off x="2248453" y="3522354"/>
            <a:ext cx="342433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100" dirty="0">
                <a:solidFill>
                  <a:srgbClr val="022D30"/>
                </a:solidFill>
                <a:latin typeface="Arial Rounded MT Bold" panose="020F0704030504030204" pitchFamily="34" charset="0"/>
              </a:rPr>
              <a:t>Simulações</a:t>
            </a:r>
          </a:p>
          <a:p>
            <a:r>
              <a:rPr lang="pt-BR" sz="3100" dirty="0">
                <a:solidFill>
                  <a:srgbClr val="022D30"/>
                </a:solidFill>
                <a:latin typeface="Arial Rounded MT Bold" panose="020F0704030504030204" pitchFamily="34" charset="0"/>
              </a:rPr>
              <a:t>Computacionais</a:t>
            </a:r>
          </a:p>
        </p:txBody>
      </p:sp>
    </p:spTree>
    <p:extLst>
      <p:ext uri="{BB962C8B-B14F-4D97-AF65-F5344CB8AC3E}">
        <p14:creationId xmlns:p14="http://schemas.microsoft.com/office/powerpoint/2010/main" val="1373295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A8357-B5B6-5CAD-C66E-D03D37495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tângulo 1027">
            <a:extLst>
              <a:ext uri="{FF2B5EF4-FFF2-40B4-BE49-F238E27FC236}">
                <a16:creationId xmlns:a16="http://schemas.microsoft.com/office/drawing/2014/main" id="{A343E281-84E0-6516-C3FF-AEE614E4B1CA}"/>
              </a:ext>
            </a:extLst>
          </p:cNvPr>
          <p:cNvSpPr/>
          <p:nvPr/>
        </p:nvSpPr>
        <p:spPr>
          <a:xfrm>
            <a:off x="1339506" y="808428"/>
            <a:ext cx="9562945" cy="53192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3" name="Elipse 52">
            <a:extLst>
              <a:ext uri="{FF2B5EF4-FFF2-40B4-BE49-F238E27FC236}">
                <a16:creationId xmlns:a16="http://schemas.microsoft.com/office/drawing/2014/main" id="{44DFAA05-ECCB-2F9C-6130-73E4048645B4}"/>
              </a:ext>
            </a:extLst>
          </p:cNvPr>
          <p:cNvSpPr/>
          <p:nvPr/>
        </p:nvSpPr>
        <p:spPr>
          <a:xfrm>
            <a:off x="5418944" y="899410"/>
            <a:ext cx="4984230" cy="5029200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Forma Livre: Forma 12">
            <a:extLst>
              <a:ext uri="{FF2B5EF4-FFF2-40B4-BE49-F238E27FC236}">
                <a16:creationId xmlns:a16="http://schemas.microsoft.com/office/drawing/2014/main" id="{CAD5712C-68BF-4D10-D5DA-74225BAB4311}"/>
              </a:ext>
            </a:extLst>
          </p:cNvPr>
          <p:cNvSpPr/>
          <p:nvPr/>
        </p:nvSpPr>
        <p:spPr>
          <a:xfrm>
            <a:off x="2392134" y="3291665"/>
            <a:ext cx="2452395" cy="274669"/>
          </a:xfrm>
          <a:custGeom>
            <a:avLst/>
            <a:gdLst>
              <a:gd name="connsiteX0" fmla="*/ 0 w 3843283"/>
              <a:gd name="connsiteY0" fmla="*/ 130228 h 274669"/>
              <a:gd name="connsiteX1" fmla="*/ 108607 w 3843283"/>
              <a:gd name="connsiteY1" fmla="*/ 49649 h 274669"/>
              <a:gd name="connsiteX2" fmla="*/ 217214 w 3843283"/>
              <a:gd name="connsiteY2" fmla="*/ 11111 h 274669"/>
              <a:gd name="connsiteX3" fmla="*/ 353849 w 3843283"/>
              <a:gd name="connsiteY3" fmla="*/ 601 h 274669"/>
              <a:gd name="connsiteX4" fmla="*/ 476469 w 3843283"/>
              <a:gd name="connsiteY4" fmla="*/ 25125 h 274669"/>
              <a:gd name="connsiteX5" fmla="*/ 581573 w 3843283"/>
              <a:gd name="connsiteY5" fmla="*/ 63663 h 274669"/>
              <a:gd name="connsiteX6" fmla="*/ 651642 w 3843283"/>
              <a:gd name="connsiteY6" fmla="*/ 119718 h 274669"/>
              <a:gd name="connsiteX7" fmla="*/ 770759 w 3843283"/>
              <a:gd name="connsiteY7" fmla="*/ 207304 h 274669"/>
              <a:gd name="connsiteX8" fmla="*/ 875862 w 3843283"/>
              <a:gd name="connsiteY8" fmla="*/ 245842 h 274669"/>
              <a:gd name="connsiteX9" fmla="*/ 980966 w 3843283"/>
              <a:gd name="connsiteY9" fmla="*/ 252849 h 274669"/>
              <a:gd name="connsiteX10" fmla="*/ 1107090 w 3843283"/>
              <a:gd name="connsiteY10" fmla="*/ 242339 h 274669"/>
              <a:gd name="connsiteX11" fmla="*/ 1212193 w 3843283"/>
              <a:gd name="connsiteY11" fmla="*/ 193290 h 274669"/>
              <a:gd name="connsiteX12" fmla="*/ 1289269 w 3843283"/>
              <a:gd name="connsiteY12" fmla="*/ 126725 h 274669"/>
              <a:gd name="connsiteX13" fmla="*/ 1404883 w 3843283"/>
              <a:gd name="connsiteY13" fmla="*/ 49649 h 274669"/>
              <a:gd name="connsiteX14" fmla="*/ 1552028 w 3843283"/>
              <a:gd name="connsiteY14" fmla="*/ 18118 h 274669"/>
              <a:gd name="connsiteX15" fmla="*/ 1671145 w 3843283"/>
              <a:gd name="connsiteY15" fmla="*/ 21621 h 274669"/>
              <a:gd name="connsiteX16" fmla="*/ 1765738 w 3843283"/>
              <a:gd name="connsiteY16" fmla="*/ 39139 h 274669"/>
              <a:gd name="connsiteX17" fmla="*/ 1874345 w 3843283"/>
              <a:gd name="connsiteY17" fmla="*/ 84684 h 274669"/>
              <a:gd name="connsiteX18" fmla="*/ 2010980 w 3843283"/>
              <a:gd name="connsiteY18" fmla="*/ 193290 h 274669"/>
              <a:gd name="connsiteX19" fmla="*/ 2070538 w 3843283"/>
              <a:gd name="connsiteY19" fmla="*/ 235332 h 274669"/>
              <a:gd name="connsiteX20" fmla="*/ 2179145 w 3843283"/>
              <a:gd name="connsiteY20" fmla="*/ 266863 h 274669"/>
              <a:gd name="connsiteX21" fmla="*/ 2298262 w 3843283"/>
              <a:gd name="connsiteY21" fmla="*/ 273870 h 274669"/>
              <a:gd name="connsiteX22" fmla="*/ 2399862 w 3843283"/>
              <a:gd name="connsiteY22" fmla="*/ 252849 h 274669"/>
              <a:gd name="connsiteX23" fmla="*/ 2525987 w 3843283"/>
              <a:gd name="connsiteY23" fmla="*/ 182780 h 274669"/>
              <a:gd name="connsiteX24" fmla="*/ 2617076 w 3843283"/>
              <a:gd name="connsiteY24" fmla="*/ 109208 h 274669"/>
              <a:gd name="connsiteX25" fmla="*/ 2704662 w 3843283"/>
              <a:gd name="connsiteY25" fmla="*/ 60159 h 274669"/>
              <a:gd name="connsiteX26" fmla="*/ 2813269 w 3843283"/>
              <a:gd name="connsiteY26" fmla="*/ 32132 h 274669"/>
              <a:gd name="connsiteX27" fmla="*/ 2900856 w 3843283"/>
              <a:gd name="connsiteY27" fmla="*/ 28628 h 274669"/>
              <a:gd name="connsiteX28" fmla="*/ 3019973 w 3843283"/>
              <a:gd name="connsiteY28" fmla="*/ 42642 h 274669"/>
              <a:gd name="connsiteX29" fmla="*/ 3121573 w 3843283"/>
              <a:gd name="connsiteY29" fmla="*/ 95194 h 274669"/>
              <a:gd name="connsiteX30" fmla="*/ 3149600 w 3843283"/>
              <a:gd name="connsiteY30" fmla="*/ 105704 h 274669"/>
              <a:gd name="connsiteX31" fmla="*/ 3230180 w 3843283"/>
              <a:gd name="connsiteY31" fmla="*/ 172270 h 274669"/>
              <a:gd name="connsiteX32" fmla="*/ 3310759 w 3843283"/>
              <a:gd name="connsiteY32" fmla="*/ 221318 h 274669"/>
              <a:gd name="connsiteX33" fmla="*/ 3405352 w 3843283"/>
              <a:gd name="connsiteY33" fmla="*/ 256352 h 274669"/>
              <a:gd name="connsiteX34" fmla="*/ 3496442 w 3843283"/>
              <a:gd name="connsiteY34" fmla="*/ 266863 h 274669"/>
              <a:gd name="connsiteX35" fmla="*/ 3591035 w 3843283"/>
              <a:gd name="connsiteY35" fmla="*/ 266863 h 274669"/>
              <a:gd name="connsiteX36" fmla="*/ 3696138 w 3843283"/>
              <a:gd name="connsiteY36" fmla="*/ 249346 h 274669"/>
              <a:gd name="connsiteX37" fmla="*/ 3776718 w 3843283"/>
              <a:gd name="connsiteY37" fmla="*/ 207304 h 274669"/>
              <a:gd name="connsiteX38" fmla="*/ 3843283 w 3843283"/>
              <a:gd name="connsiteY38" fmla="*/ 161759 h 274669"/>
              <a:gd name="connsiteX0" fmla="*/ 0 w 3843283"/>
              <a:gd name="connsiteY0" fmla="*/ 130228 h 274669"/>
              <a:gd name="connsiteX1" fmla="*/ 108607 w 3843283"/>
              <a:gd name="connsiteY1" fmla="*/ 49649 h 274669"/>
              <a:gd name="connsiteX2" fmla="*/ 217214 w 3843283"/>
              <a:gd name="connsiteY2" fmla="*/ 11111 h 274669"/>
              <a:gd name="connsiteX3" fmla="*/ 353849 w 3843283"/>
              <a:gd name="connsiteY3" fmla="*/ 601 h 274669"/>
              <a:gd name="connsiteX4" fmla="*/ 476469 w 3843283"/>
              <a:gd name="connsiteY4" fmla="*/ 25125 h 274669"/>
              <a:gd name="connsiteX5" fmla="*/ 581573 w 3843283"/>
              <a:gd name="connsiteY5" fmla="*/ 63663 h 274669"/>
              <a:gd name="connsiteX6" fmla="*/ 651642 w 3843283"/>
              <a:gd name="connsiteY6" fmla="*/ 119718 h 274669"/>
              <a:gd name="connsiteX7" fmla="*/ 770759 w 3843283"/>
              <a:gd name="connsiteY7" fmla="*/ 207304 h 274669"/>
              <a:gd name="connsiteX8" fmla="*/ 875862 w 3843283"/>
              <a:gd name="connsiteY8" fmla="*/ 245842 h 274669"/>
              <a:gd name="connsiteX9" fmla="*/ 980966 w 3843283"/>
              <a:gd name="connsiteY9" fmla="*/ 252849 h 274669"/>
              <a:gd name="connsiteX10" fmla="*/ 1107090 w 3843283"/>
              <a:gd name="connsiteY10" fmla="*/ 242339 h 274669"/>
              <a:gd name="connsiteX11" fmla="*/ 1212193 w 3843283"/>
              <a:gd name="connsiteY11" fmla="*/ 193290 h 274669"/>
              <a:gd name="connsiteX12" fmla="*/ 1289269 w 3843283"/>
              <a:gd name="connsiteY12" fmla="*/ 126725 h 274669"/>
              <a:gd name="connsiteX13" fmla="*/ 1404883 w 3843283"/>
              <a:gd name="connsiteY13" fmla="*/ 49649 h 274669"/>
              <a:gd name="connsiteX14" fmla="*/ 1552028 w 3843283"/>
              <a:gd name="connsiteY14" fmla="*/ 18118 h 274669"/>
              <a:gd name="connsiteX15" fmla="*/ 1671145 w 3843283"/>
              <a:gd name="connsiteY15" fmla="*/ 21621 h 274669"/>
              <a:gd name="connsiteX16" fmla="*/ 1765738 w 3843283"/>
              <a:gd name="connsiteY16" fmla="*/ 39139 h 274669"/>
              <a:gd name="connsiteX17" fmla="*/ 1874345 w 3843283"/>
              <a:gd name="connsiteY17" fmla="*/ 84684 h 274669"/>
              <a:gd name="connsiteX18" fmla="*/ 2010980 w 3843283"/>
              <a:gd name="connsiteY18" fmla="*/ 193290 h 274669"/>
              <a:gd name="connsiteX19" fmla="*/ 2070538 w 3843283"/>
              <a:gd name="connsiteY19" fmla="*/ 235332 h 274669"/>
              <a:gd name="connsiteX20" fmla="*/ 2179145 w 3843283"/>
              <a:gd name="connsiteY20" fmla="*/ 266863 h 274669"/>
              <a:gd name="connsiteX21" fmla="*/ 2298262 w 3843283"/>
              <a:gd name="connsiteY21" fmla="*/ 273870 h 274669"/>
              <a:gd name="connsiteX22" fmla="*/ 2399862 w 3843283"/>
              <a:gd name="connsiteY22" fmla="*/ 252849 h 274669"/>
              <a:gd name="connsiteX23" fmla="*/ 2525987 w 3843283"/>
              <a:gd name="connsiteY23" fmla="*/ 182780 h 274669"/>
              <a:gd name="connsiteX24" fmla="*/ 2617076 w 3843283"/>
              <a:gd name="connsiteY24" fmla="*/ 109208 h 274669"/>
              <a:gd name="connsiteX25" fmla="*/ 2704662 w 3843283"/>
              <a:gd name="connsiteY25" fmla="*/ 60159 h 274669"/>
              <a:gd name="connsiteX26" fmla="*/ 2813269 w 3843283"/>
              <a:gd name="connsiteY26" fmla="*/ 32132 h 274669"/>
              <a:gd name="connsiteX27" fmla="*/ 2900856 w 3843283"/>
              <a:gd name="connsiteY27" fmla="*/ 28628 h 274669"/>
              <a:gd name="connsiteX28" fmla="*/ 3019973 w 3843283"/>
              <a:gd name="connsiteY28" fmla="*/ 42642 h 274669"/>
              <a:gd name="connsiteX29" fmla="*/ 3121573 w 3843283"/>
              <a:gd name="connsiteY29" fmla="*/ 95194 h 274669"/>
              <a:gd name="connsiteX30" fmla="*/ 3156607 w 3843283"/>
              <a:gd name="connsiteY30" fmla="*/ 123221 h 274669"/>
              <a:gd name="connsiteX31" fmla="*/ 3230180 w 3843283"/>
              <a:gd name="connsiteY31" fmla="*/ 172270 h 274669"/>
              <a:gd name="connsiteX32" fmla="*/ 3310759 w 3843283"/>
              <a:gd name="connsiteY32" fmla="*/ 221318 h 274669"/>
              <a:gd name="connsiteX33" fmla="*/ 3405352 w 3843283"/>
              <a:gd name="connsiteY33" fmla="*/ 256352 h 274669"/>
              <a:gd name="connsiteX34" fmla="*/ 3496442 w 3843283"/>
              <a:gd name="connsiteY34" fmla="*/ 266863 h 274669"/>
              <a:gd name="connsiteX35" fmla="*/ 3591035 w 3843283"/>
              <a:gd name="connsiteY35" fmla="*/ 266863 h 274669"/>
              <a:gd name="connsiteX36" fmla="*/ 3696138 w 3843283"/>
              <a:gd name="connsiteY36" fmla="*/ 249346 h 274669"/>
              <a:gd name="connsiteX37" fmla="*/ 3776718 w 3843283"/>
              <a:gd name="connsiteY37" fmla="*/ 207304 h 274669"/>
              <a:gd name="connsiteX38" fmla="*/ 3843283 w 3843283"/>
              <a:gd name="connsiteY38" fmla="*/ 161759 h 274669"/>
              <a:gd name="connsiteX0" fmla="*/ 0 w 3941379"/>
              <a:gd name="connsiteY0" fmla="*/ 130228 h 274669"/>
              <a:gd name="connsiteX1" fmla="*/ 108607 w 3941379"/>
              <a:gd name="connsiteY1" fmla="*/ 49649 h 274669"/>
              <a:gd name="connsiteX2" fmla="*/ 217214 w 3941379"/>
              <a:gd name="connsiteY2" fmla="*/ 11111 h 274669"/>
              <a:gd name="connsiteX3" fmla="*/ 353849 w 3941379"/>
              <a:gd name="connsiteY3" fmla="*/ 601 h 274669"/>
              <a:gd name="connsiteX4" fmla="*/ 476469 w 3941379"/>
              <a:gd name="connsiteY4" fmla="*/ 25125 h 274669"/>
              <a:gd name="connsiteX5" fmla="*/ 581573 w 3941379"/>
              <a:gd name="connsiteY5" fmla="*/ 63663 h 274669"/>
              <a:gd name="connsiteX6" fmla="*/ 651642 w 3941379"/>
              <a:gd name="connsiteY6" fmla="*/ 119718 h 274669"/>
              <a:gd name="connsiteX7" fmla="*/ 770759 w 3941379"/>
              <a:gd name="connsiteY7" fmla="*/ 207304 h 274669"/>
              <a:gd name="connsiteX8" fmla="*/ 875862 w 3941379"/>
              <a:gd name="connsiteY8" fmla="*/ 245842 h 274669"/>
              <a:gd name="connsiteX9" fmla="*/ 980966 w 3941379"/>
              <a:gd name="connsiteY9" fmla="*/ 252849 h 274669"/>
              <a:gd name="connsiteX10" fmla="*/ 1107090 w 3941379"/>
              <a:gd name="connsiteY10" fmla="*/ 242339 h 274669"/>
              <a:gd name="connsiteX11" fmla="*/ 1212193 w 3941379"/>
              <a:gd name="connsiteY11" fmla="*/ 193290 h 274669"/>
              <a:gd name="connsiteX12" fmla="*/ 1289269 w 3941379"/>
              <a:gd name="connsiteY12" fmla="*/ 126725 h 274669"/>
              <a:gd name="connsiteX13" fmla="*/ 1404883 w 3941379"/>
              <a:gd name="connsiteY13" fmla="*/ 49649 h 274669"/>
              <a:gd name="connsiteX14" fmla="*/ 1552028 w 3941379"/>
              <a:gd name="connsiteY14" fmla="*/ 18118 h 274669"/>
              <a:gd name="connsiteX15" fmla="*/ 1671145 w 3941379"/>
              <a:gd name="connsiteY15" fmla="*/ 21621 h 274669"/>
              <a:gd name="connsiteX16" fmla="*/ 1765738 w 3941379"/>
              <a:gd name="connsiteY16" fmla="*/ 39139 h 274669"/>
              <a:gd name="connsiteX17" fmla="*/ 1874345 w 3941379"/>
              <a:gd name="connsiteY17" fmla="*/ 84684 h 274669"/>
              <a:gd name="connsiteX18" fmla="*/ 2010980 w 3941379"/>
              <a:gd name="connsiteY18" fmla="*/ 193290 h 274669"/>
              <a:gd name="connsiteX19" fmla="*/ 2070538 w 3941379"/>
              <a:gd name="connsiteY19" fmla="*/ 235332 h 274669"/>
              <a:gd name="connsiteX20" fmla="*/ 2179145 w 3941379"/>
              <a:gd name="connsiteY20" fmla="*/ 266863 h 274669"/>
              <a:gd name="connsiteX21" fmla="*/ 2298262 w 3941379"/>
              <a:gd name="connsiteY21" fmla="*/ 273870 h 274669"/>
              <a:gd name="connsiteX22" fmla="*/ 2399862 w 3941379"/>
              <a:gd name="connsiteY22" fmla="*/ 252849 h 274669"/>
              <a:gd name="connsiteX23" fmla="*/ 2525987 w 3941379"/>
              <a:gd name="connsiteY23" fmla="*/ 182780 h 274669"/>
              <a:gd name="connsiteX24" fmla="*/ 2617076 w 3941379"/>
              <a:gd name="connsiteY24" fmla="*/ 109208 h 274669"/>
              <a:gd name="connsiteX25" fmla="*/ 2704662 w 3941379"/>
              <a:gd name="connsiteY25" fmla="*/ 60159 h 274669"/>
              <a:gd name="connsiteX26" fmla="*/ 2813269 w 3941379"/>
              <a:gd name="connsiteY26" fmla="*/ 32132 h 274669"/>
              <a:gd name="connsiteX27" fmla="*/ 2900856 w 3941379"/>
              <a:gd name="connsiteY27" fmla="*/ 28628 h 274669"/>
              <a:gd name="connsiteX28" fmla="*/ 3019973 w 3941379"/>
              <a:gd name="connsiteY28" fmla="*/ 42642 h 274669"/>
              <a:gd name="connsiteX29" fmla="*/ 3121573 w 3941379"/>
              <a:gd name="connsiteY29" fmla="*/ 95194 h 274669"/>
              <a:gd name="connsiteX30" fmla="*/ 3156607 w 3941379"/>
              <a:gd name="connsiteY30" fmla="*/ 123221 h 274669"/>
              <a:gd name="connsiteX31" fmla="*/ 3230180 w 3941379"/>
              <a:gd name="connsiteY31" fmla="*/ 172270 h 274669"/>
              <a:gd name="connsiteX32" fmla="*/ 3310759 w 3941379"/>
              <a:gd name="connsiteY32" fmla="*/ 221318 h 274669"/>
              <a:gd name="connsiteX33" fmla="*/ 3405352 w 3941379"/>
              <a:gd name="connsiteY33" fmla="*/ 256352 h 274669"/>
              <a:gd name="connsiteX34" fmla="*/ 3496442 w 3941379"/>
              <a:gd name="connsiteY34" fmla="*/ 266863 h 274669"/>
              <a:gd name="connsiteX35" fmla="*/ 3591035 w 3941379"/>
              <a:gd name="connsiteY35" fmla="*/ 266863 h 274669"/>
              <a:gd name="connsiteX36" fmla="*/ 3696138 w 3941379"/>
              <a:gd name="connsiteY36" fmla="*/ 249346 h 274669"/>
              <a:gd name="connsiteX37" fmla="*/ 3776718 w 3941379"/>
              <a:gd name="connsiteY37" fmla="*/ 207304 h 274669"/>
              <a:gd name="connsiteX38" fmla="*/ 3941379 w 3941379"/>
              <a:gd name="connsiteY38" fmla="*/ 81179 h 274669"/>
              <a:gd name="connsiteX0" fmla="*/ 0 w 3990428"/>
              <a:gd name="connsiteY0" fmla="*/ 130228 h 274669"/>
              <a:gd name="connsiteX1" fmla="*/ 108607 w 3990428"/>
              <a:gd name="connsiteY1" fmla="*/ 49649 h 274669"/>
              <a:gd name="connsiteX2" fmla="*/ 217214 w 3990428"/>
              <a:gd name="connsiteY2" fmla="*/ 11111 h 274669"/>
              <a:gd name="connsiteX3" fmla="*/ 353849 w 3990428"/>
              <a:gd name="connsiteY3" fmla="*/ 601 h 274669"/>
              <a:gd name="connsiteX4" fmla="*/ 476469 w 3990428"/>
              <a:gd name="connsiteY4" fmla="*/ 25125 h 274669"/>
              <a:gd name="connsiteX5" fmla="*/ 581573 w 3990428"/>
              <a:gd name="connsiteY5" fmla="*/ 63663 h 274669"/>
              <a:gd name="connsiteX6" fmla="*/ 651642 w 3990428"/>
              <a:gd name="connsiteY6" fmla="*/ 119718 h 274669"/>
              <a:gd name="connsiteX7" fmla="*/ 770759 w 3990428"/>
              <a:gd name="connsiteY7" fmla="*/ 207304 h 274669"/>
              <a:gd name="connsiteX8" fmla="*/ 875862 w 3990428"/>
              <a:gd name="connsiteY8" fmla="*/ 245842 h 274669"/>
              <a:gd name="connsiteX9" fmla="*/ 980966 w 3990428"/>
              <a:gd name="connsiteY9" fmla="*/ 252849 h 274669"/>
              <a:gd name="connsiteX10" fmla="*/ 1107090 w 3990428"/>
              <a:gd name="connsiteY10" fmla="*/ 242339 h 274669"/>
              <a:gd name="connsiteX11" fmla="*/ 1212193 w 3990428"/>
              <a:gd name="connsiteY11" fmla="*/ 193290 h 274669"/>
              <a:gd name="connsiteX12" fmla="*/ 1289269 w 3990428"/>
              <a:gd name="connsiteY12" fmla="*/ 126725 h 274669"/>
              <a:gd name="connsiteX13" fmla="*/ 1404883 w 3990428"/>
              <a:gd name="connsiteY13" fmla="*/ 49649 h 274669"/>
              <a:gd name="connsiteX14" fmla="*/ 1552028 w 3990428"/>
              <a:gd name="connsiteY14" fmla="*/ 18118 h 274669"/>
              <a:gd name="connsiteX15" fmla="*/ 1671145 w 3990428"/>
              <a:gd name="connsiteY15" fmla="*/ 21621 h 274669"/>
              <a:gd name="connsiteX16" fmla="*/ 1765738 w 3990428"/>
              <a:gd name="connsiteY16" fmla="*/ 39139 h 274669"/>
              <a:gd name="connsiteX17" fmla="*/ 1874345 w 3990428"/>
              <a:gd name="connsiteY17" fmla="*/ 84684 h 274669"/>
              <a:gd name="connsiteX18" fmla="*/ 2010980 w 3990428"/>
              <a:gd name="connsiteY18" fmla="*/ 193290 h 274669"/>
              <a:gd name="connsiteX19" fmla="*/ 2070538 w 3990428"/>
              <a:gd name="connsiteY19" fmla="*/ 235332 h 274669"/>
              <a:gd name="connsiteX20" fmla="*/ 2179145 w 3990428"/>
              <a:gd name="connsiteY20" fmla="*/ 266863 h 274669"/>
              <a:gd name="connsiteX21" fmla="*/ 2298262 w 3990428"/>
              <a:gd name="connsiteY21" fmla="*/ 273870 h 274669"/>
              <a:gd name="connsiteX22" fmla="*/ 2399862 w 3990428"/>
              <a:gd name="connsiteY22" fmla="*/ 252849 h 274669"/>
              <a:gd name="connsiteX23" fmla="*/ 2525987 w 3990428"/>
              <a:gd name="connsiteY23" fmla="*/ 182780 h 274669"/>
              <a:gd name="connsiteX24" fmla="*/ 2617076 w 3990428"/>
              <a:gd name="connsiteY24" fmla="*/ 109208 h 274669"/>
              <a:gd name="connsiteX25" fmla="*/ 2704662 w 3990428"/>
              <a:gd name="connsiteY25" fmla="*/ 60159 h 274669"/>
              <a:gd name="connsiteX26" fmla="*/ 2813269 w 3990428"/>
              <a:gd name="connsiteY26" fmla="*/ 32132 h 274669"/>
              <a:gd name="connsiteX27" fmla="*/ 2900856 w 3990428"/>
              <a:gd name="connsiteY27" fmla="*/ 28628 h 274669"/>
              <a:gd name="connsiteX28" fmla="*/ 3019973 w 3990428"/>
              <a:gd name="connsiteY28" fmla="*/ 42642 h 274669"/>
              <a:gd name="connsiteX29" fmla="*/ 3121573 w 3990428"/>
              <a:gd name="connsiteY29" fmla="*/ 95194 h 274669"/>
              <a:gd name="connsiteX30" fmla="*/ 3156607 w 3990428"/>
              <a:gd name="connsiteY30" fmla="*/ 123221 h 274669"/>
              <a:gd name="connsiteX31" fmla="*/ 3230180 w 3990428"/>
              <a:gd name="connsiteY31" fmla="*/ 172270 h 274669"/>
              <a:gd name="connsiteX32" fmla="*/ 3310759 w 3990428"/>
              <a:gd name="connsiteY32" fmla="*/ 221318 h 274669"/>
              <a:gd name="connsiteX33" fmla="*/ 3405352 w 3990428"/>
              <a:gd name="connsiteY33" fmla="*/ 256352 h 274669"/>
              <a:gd name="connsiteX34" fmla="*/ 3496442 w 3990428"/>
              <a:gd name="connsiteY34" fmla="*/ 266863 h 274669"/>
              <a:gd name="connsiteX35" fmla="*/ 3591035 w 3990428"/>
              <a:gd name="connsiteY35" fmla="*/ 266863 h 274669"/>
              <a:gd name="connsiteX36" fmla="*/ 3696138 w 3990428"/>
              <a:gd name="connsiteY36" fmla="*/ 249346 h 274669"/>
              <a:gd name="connsiteX37" fmla="*/ 3776718 w 3990428"/>
              <a:gd name="connsiteY37" fmla="*/ 207304 h 274669"/>
              <a:gd name="connsiteX38" fmla="*/ 3990428 w 3990428"/>
              <a:gd name="connsiteY38" fmla="*/ 49648 h 274669"/>
              <a:gd name="connsiteX0" fmla="*/ 0 w 3990428"/>
              <a:gd name="connsiteY0" fmla="*/ 130228 h 274669"/>
              <a:gd name="connsiteX1" fmla="*/ 108607 w 3990428"/>
              <a:gd name="connsiteY1" fmla="*/ 49649 h 274669"/>
              <a:gd name="connsiteX2" fmla="*/ 217214 w 3990428"/>
              <a:gd name="connsiteY2" fmla="*/ 11111 h 274669"/>
              <a:gd name="connsiteX3" fmla="*/ 353849 w 3990428"/>
              <a:gd name="connsiteY3" fmla="*/ 601 h 274669"/>
              <a:gd name="connsiteX4" fmla="*/ 476469 w 3990428"/>
              <a:gd name="connsiteY4" fmla="*/ 25125 h 274669"/>
              <a:gd name="connsiteX5" fmla="*/ 581573 w 3990428"/>
              <a:gd name="connsiteY5" fmla="*/ 63663 h 274669"/>
              <a:gd name="connsiteX6" fmla="*/ 651642 w 3990428"/>
              <a:gd name="connsiteY6" fmla="*/ 119718 h 274669"/>
              <a:gd name="connsiteX7" fmla="*/ 770759 w 3990428"/>
              <a:gd name="connsiteY7" fmla="*/ 207304 h 274669"/>
              <a:gd name="connsiteX8" fmla="*/ 875862 w 3990428"/>
              <a:gd name="connsiteY8" fmla="*/ 245842 h 274669"/>
              <a:gd name="connsiteX9" fmla="*/ 980966 w 3990428"/>
              <a:gd name="connsiteY9" fmla="*/ 252849 h 274669"/>
              <a:gd name="connsiteX10" fmla="*/ 1107090 w 3990428"/>
              <a:gd name="connsiteY10" fmla="*/ 242339 h 274669"/>
              <a:gd name="connsiteX11" fmla="*/ 1212193 w 3990428"/>
              <a:gd name="connsiteY11" fmla="*/ 193290 h 274669"/>
              <a:gd name="connsiteX12" fmla="*/ 1289269 w 3990428"/>
              <a:gd name="connsiteY12" fmla="*/ 126725 h 274669"/>
              <a:gd name="connsiteX13" fmla="*/ 1404883 w 3990428"/>
              <a:gd name="connsiteY13" fmla="*/ 49649 h 274669"/>
              <a:gd name="connsiteX14" fmla="*/ 1552028 w 3990428"/>
              <a:gd name="connsiteY14" fmla="*/ 18118 h 274669"/>
              <a:gd name="connsiteX15" fmla="*/ 1671145 w 3990428"/>
              <a:gd name="connsiteY15" fmla="*/ 21621 h 274669"/>
              <a:gd name="connsiteX16" fmla="*/ 1765738 w 3990428"/>
              <a:gd name="connsiteY16" fmla="*/ 39139 h 274669"/>
              <a:gd name="connsiteX17" fmla="*/ 1874345 w 3990428"/>
              <a:gd name="connsiteY17" fmla="*/ 84684 h 274669"/>
              <a:gd name="connsiteX18" fmla="*/ 2010980 w 3990428"/>
              <a:gd name="connsiteY18" fmla="*/ 193290 h 274669"/>
              <a:gd name="connsiteX19" fmla="*/ 2070538 w 3990428"/>
              <a:gd name="connsiteY19" fmla="*/ 235332 h 274669"/>
              <a:gd name="connsiteX20" fmla="*/ 2179145 w 3990428"/>
              <a:gd name="connsiteY20" fmla="*/ 266863 h 274669"/>
              <a:gd name="connsiteX21" fmla="*/ 2298262 w 3990428"/>
              <a:gd name="connsiteY21" fmla="*/ 273870 h 274669"/>
              <a:gd name="connsiteX22" fmla="*/ 2399862 w 3990428"/>
              <a:gd name="connsiteY22" fmla="*/ 252849 h 274669"/>
              <a:gd name="connsiteX23" fmla="*/ 2525987 w 3990428"/>
              <a:gd name="connsiteY23" fmla="*/ 182780 h 274669"/>
              <a:gd name="connsiteX24" fmla="*/ 2617076 w 3990428"/>
              <a:gd name="connsiteY24" fmla="*/ 109208 h 274669"/>
              <a:gd name="connsiteX25" fmla="*/ 2704662 w 3990428"/>
              <a:gd name="connsiteY25" fmla="*/ 60159 h 274669"/>
              <a:gd name="connsiteX26" fmla="*/ 2813269 w 3990428"/>
              <a:gd name="connsiteY26" fmla="*/ 32132 h 274669"/>
              <a:gd name="connsiteX27" fmla="*/ 2900856 w 3990428"/>
              <a:gd name="connsiteY27" fmla="*/ 28628 h 274669"/>
              <a:gd name="connsiteX28" fmla="*/ 3019973 w 3990428"/>
              <a:gd name="connsiteY28" fmla="*/ 42642 h 274669"/>
              <a:gd name="connsiteX29" fmla="*/ 3121573 w 3990428"/>
              <a:gd name="connsiteY29" fmla="*/ 95194 h 274669"/>
              <a:gd name="connsiteX30" fmla="*/ 3156607 w 3990428"/>
              <a:gd name="connsiteY30" fmla="*/ 123221 h 274669"/>
              <a:gd name="connsiteX31" fmla="*/ 3230180 w 3990428"/>
              <a:gd name="connsiteY31" fmla="*/ 172270 h 274669"/>
              <a:gd name="connsiteX32" fmla="*/ 3310759 w 3990428"/>
              <a:gd name="connsiteY32" fmla="*/ 221318 h 274669"/>
              <a:gd name="connsiteX33" fmla="*/ 3405352 w 3990428"/>
              <a:gd name="connsiteY33" fmla="*/ 256352 h 274669"/>
              <a:gd name="connsiteX34" fmla="*/ 3496442 w 3990428"/>
              <a:gd name="connsiteY34" fmla="*/ 266863 h 274669"/>
              <a:gd name="connsiteX35" fmla="*/ 3591035 w 3990428"/>
              <a:gd name="connsiteY35" fmla="*/ 266863 h 274669"/>
              <a:gd name="connsiteX36" fmla="*/ 3696138 w 3990428"/>
              <a:gd name="connsiteY36" fmla="*/ 249346 h 274669"/>
              <a:gd name="connsiteX37" fmla="*/ 3857411 w 3990428"/>
              <a:gd name="connsiteY37" fmla="*/ 144711 h 274669"/>
              <a:gd name="connsiteX38" fmla="*/ 3990428 w 3990428"/>
              <a:gd name="connsiteY38" fmla="*/ 49648 h 274669"/>
              <a:gd name="connsiteX0" fmla="*/ 0 w 4084569"/>
              <a:gd name="connsiteY0" fmla="*/ 130228 h 274669"/>
              <a:gd name="connsiteX1" fmla="*/ 108607 w 4084569"/>
              <a:gd name="connsiteY1" fmla="*/ 49649 h 274669"/>
              <a:gd name="connsiteX2" fmla="*/ 217214 w 4084569"/>
              <a:gd name="connsiteY2" fmla="*/ 11111 h 274669"/>
              <a:gd name="connsiteX3" fmla="*/ 353849 w 4084569"/>
              <a:gd name="connsiteY3" fmla="*/ 601 h 274669"/>
              <a:gd name="connsiteX4" fmla="*/ 476469 w 4084569"/>
              <a:gd name="connsiteY4" fmla="*/ 25125 h 274669"/>
              <a:gd name="connsiteX5" fmla="*/ 581573 w 4084569"/>
              <a:gd name="connsiteY5" fmla="*/ 63663 h 274669"/>
              <a:gd name="connsiteX6" fmla="*/ 651642 w 4084569"/>
              <a:gd name="connsiteY6" fmla="*/ 119718 h 274669"/>
              <a:gd name="connsiteX7" fmla="*/ 770759 w 4084569"/>
              <a:gd name="connsiteY7" fmla="*/ 207304 h 274669"/>
              <a:gd name="connsiteX8" fmla="*/ 875862 w 4084569"/>
              <a:gd name="connsiteY8" fmla="*/ 245842 h 274669"/>
              <a:gd name="connsiteX9" fmla="*/ 980966 w 4084569"/>
              <a:gd name="connsiteY9" fmla="*/ 252849 h 274669"/>
              <a:gd name="connsiteX10" fmla="*/ 1107090 w 4084569"/>
              <a:gd name="connsiteY10" fmla="*/ 242339 h 274669"/>
              <a:gd name="connsiteX11" fmla="*/ 1212193 w 4084569"/>
              <a:gd name="connsiteY11" fmla="*/ 193290 h 274669"/>
              <a:gd name="connsiteX12" fmla="*/ 1289269 w 4084569"/>
              <a:gd name="connsiteY12" fmla="*/ 126725 h 274669"/>
              <a:gd name="connsiteX13" fmla="*/ 1404883 w 4084569"/>
              <a:gd name="connsiteY13" fmla="*/ 49649 h 274669"/>
              <a:gd name="connsiteX14" fmla="*/ 1552028 w 4084569"/>
              <a:gd name="connsiteY14" fmla="*/ 18118 h 274669"/>
              <a:gd name="connsiteX15" fmla="*/ 1671145 w 4084569"/>
              <a:gd name="connsiteY15" fmla="*/ 21621 h 274669"/>
              <a:gd name="connsiteX16" fmla="*/ 1765738 w 4084569"/>
              <a:gd name="connsiteY16" fmla="*/ 39139 h 274669"/>
              <a:gd name="connsiteX17" fmla="*/ 1874345 w 4084569"/>
              <a:gd name="connsiteY17" fmla="*/ 84684 h 274669"/>
              <a:gd name="connsiteX18" fmla="*/ 2010980 w 4084569"/>
              <a:gd name="connsiteY18" fmla="*/ 193290 h 274669"/>
              <a:gd name="connsiteX19" fmla="*/ 2070538 w 4084569"/>
              <a:gd name="connsiteY19" fmla="*/ 235332 h 274669"/>
              <a:gd name="connsiteX20" fmla="*/ 2179145 w 4084569"/>
              <a:gd name="connsiteY20" fmla="*/ 266863 h 274669"/>
              <a:gd name="connsiteX21" fmla="*/ 2298262 w 4084569"/>
              <a:gd name="connsiteY21" fmla="*/ 273870 h 274669"/>
              <a:gd name="connsiteX22" fmla="*/ 2399862 w 4084569"/>
              <a:gd name="connsiteY22" fmla="*/ 252849 h 274669"/>
              <a:gd name="connsiteX23" fmla="*/ 2525987 w 4084569"/>
              <a:gd name="connsiteY23" fmla="*/ 182780 h 274669"/>
              <a:gd name="connsiteX24" fmla="*/ 2617076 w 4084569"/>
              <a:gd name="connsiteY24" fmla="*/ 109208 h 274669"/>
              <a:gd name="connsiteX25" fmla="*/ 2704662 w 4084569"/>
              <a:gd name="connsiteY25" fmla="*/ 60159 h 274669"/>
              <a:gd name="connsiteX26" fmla="*/ 2813269 w 4084569"/>
              <a:gd name="connsiteY26" fmla="*/ 32132 h 274669"/>
              <a:gd name="connsiteX27" fmla="*/ 2900856 w 4084569"/>
              <a:gd name="connsiteY27" fmla="*/ 28628 h 274669"/>
              <a:gd name="connsiteX28" fmla="*/ 3019973 w 4084569"/>
              <a:gd name="connsiteY28" fmla="*/ 42642 h 274669"/>
              <a:gd name="connsiteX29" fmla="*/ 3121573 w 4084569"/>
              <a:gd name="connsiteY29" fmla="*/ 95194 h 274669"/>
              <a:gd name="connsiteX30" fmla="*/ 3156607 w 4084569"/>
              <a:gd name="connsiteY30" fmla="*/ 123221 h 274669"/>
              <a:gd name="connsiteX31" fmla="*/ 3230180 w 4084569"/>
              <a:gd name="connsiteY31" fmla="*/ 172270 h 274669"/>
              <a:gd name="connsiteX32" fmla="*/ 3310759 w 4084569"/>
              <a:gd name="connsiteY32" fmla="*/ 221318 h 274669"/>
              <a:gd name="connsiteX33" fmla="*/ 3405352 w 4084569"/>
              <a:gd name="connsiteY33" fmla="*/ 256352 h 274669"/>
              <a:gd name="connsiteX34" fmla="*/ 3496442 w 4084569"/>
              <a:gd name="connsiteY34" fmla="*/ 266863 h 274669"/>
              <a:gd name="connsiteX35" fmla="*/ 3591035 w 4084569"/>
              <a:gd name="connsiteY35" fmla="*/ 266863 h 274669"/>
              <a:gd name="connsiteX36" fmla="*/ 3696138 w 4084569"/>
              <a:gd name="connsiteY36" fmla="*/ 249346 h 274669"/>
              <a:gd name="connsiteX37" fmla="*/ 3857411 w 4084569"/>
              <a:gd name="connsiteY37" fmla="*/ 144711 h 274669"/>
              <a:gd name="connsiteX38" fmla="*/ 4084569 w 4084569"/>
              <a:gd name="connsiteY38" fmla="*/ 44205 h 274669"/>
              <a:gd name="connsiteX0" fmla="*/ 0 w 4102501"/>
              <a:gd name="connsiteY0" fmla="*/ 130228 h 274669"/>
              <a:gd name="connsiteX1" fmla="*/ 108607 w 4102501"/>
              <a:gd name="connsiteY1" fmla="*/ 49649 h 274669"/>
              <a:gd name="connsiteX2" fmla="*/ 217214 w 4102501"/>
              <a:gd name="connsiteY2" fmla="*/ 11111 h 274669"/>
              <a:gd name="connsiteX3" fmla="*/ 353849 w 4102501"/>
              <a:gd name="connsiteY3" fmla="*/ 601 h 274669"/>
              <a:gd name="connsiteX4" fmla="*/ 476469 w 4102501"/>
              <a:gd name="connsiteY4" fmla="*/ 25125 h 274669"/>
              <a:gd name="connsiteX5" fmla="*/ 581573 w 4102501"/>
              <a:gd name="connsiteY5" fmla="*/ 63663 h 274669"/>
              <a:gd name="connsiteX6" fmla="*/ 651642 w 4102501"/>
              <a:gd name="connsiteY6" fmla="*/ 119718 h 274669"/>
              <a:gd name="connsiteX7" fmla="*/ 770759 w 4102501"/>
              <a:gd name="connsiteY7" fmla="*/ 207304 h 274669"/>
              <a:gd name="connsiteX8" fmla="*/ 875862 w 4102501"/>
              <a:gd name="connsiteY8" fmla="*/ 245842 h 274669"/>
              <a:gd name="connsiteX9" fmla="*/ 980966 w 4102501"/>
              <a:gd name="connsiteY9" fmla="*/ 252849 h 274669"/>
              <a:gd name="connsiteX10" fmla="*/ 1107090 w 4102501"/>
              <a:gd name="connsiteY10" fmla="*/ 242339 h 274669"/>
              <a:gd name="connsiteX11" fmla="*/ 1212193 w 4102501"/>
              <a:gd name="connsiteY11" fmla="*/ 193290 h 274669"/>
              <a:gd name="connsiteX12" fmla="*/ 1289269 w 4102501"/>
              <a:gd name="connsiteY12" fmla="*/ 126725 h 274669"/>
              <a:gd name="connsiteX13" fmla="*/ 1404883 w 4102501"/>
              <a:gd name="connsiteY13" fmla="*/ 49649 h 274669"/>
              <a:gd name="connsiteX14" fmla="*/ 1552028 w 4102501"/>
              <a:gd name="connsiteY14" fmla="*/ 18118 h 274669"/>
              <a:gd name="connsiteX15" fmla="*/ 1671145 w 4102501"/>
              <a:gd name="connsiteY15" fmla="*/ 21621 h 274669"/>
              <a:gd name="connsiteX16" fmla="*/ 1765738 w 4102501"/>
              <a:gd name="connsiteY16" fmla="*/ 39139 h 274669"/>
              <a:gd name="connsiteX17" fmla="*/ 1874345 w 4102501"/>
              <a:gd name="connsiteY17" fmla="*/ 84684 h 274669"/>
              <a:gd name="connsiteX18" fmla="*/ 2010980 w 4102501"/>
              <a:gd name="connsiteY18" fmla="*/ 193290 h 274669"/>
              <a:gd name="connsiteX19" fmla="*/ 2070538 w 4102501"/>
              <a:gd name="connsiteY19" fmla="*/ 235332 h 274669"/>
              <a:gd name="connsiteX20" fmla="*/ 2179145 w 4102501"/>
              <a:gd name="connsiteY20" fmla="*/ 266863 h 274669"/>
              <a:gd name="connsiteX21" fmla="*/ 2298262 w 4102501"/>
              <a:gd name="connsiteY21" fmla="*/ 273870 h 274669"/>
              <a:gd name="connsiteX22" fmla="*/ 2399862 w 4102501"/>
              <a:gd name="connsiteY22" fmla="*/ 252849 h 274669"/>
              <a:gd name="connsiteX23" fmla="*/ 2525987 w 4102501"/>
              <a:gd name="connsiteY23" fmla="*/ 182780 h 274669"/>
              <a:gd name="connsiteX24" fmla="*/ 2617076 w 4102501"/>
              <a:gd name="connsiteY24" fmla="*/ 109208 h 274669"/>
              <a:gd name="connsiteX25" fmla="*/ 2704662 w 4102501"/>
              <a:gd name="connsiteY25" fmla="*/ 60159 h 274669"/>
              <a:gd name="connsiteX26" fmla="*/ 2813269 w 4102501"/>
              <a:gd name="connsiteY26" fmla="*/ 32132 h 274669"/>
              <a:gd name="connsiteX27" fmla="*/ 2900856 w 4102501"/>
              <a:gd name="connsiteY27" fmla="*/ 28628 h 274669"/>
              <a:gd name="connsiteX28" fmla="*/ 3019973 w 4102501"/>
              <a:gd name="connsiteY28" fmla="*/ 42642 h 274669"/>
              <a:gd name="connsiteX29" fmla="*/ 3121573 w 4102501"/>
              <a:gd name="connsiteY29" fmla="*/ 95194 h 274669"/>
              <a:gd name="connsiteX30" fmla="*/ 3156607 w 4102501"/>
              <a:gd name="connsiteY30" fmla="*/ 123221 h 274669"/>
              <a:gd name="connsiteX31" fmla="*/ 3230180 w 4102501"/>
              <a:gd name="connsiteY31" fmla="*/ 172270 h 274669"/>
              <a:gd name="connsiteX32" fmla="*/ 3310759 w 4102501"/>
              <a:gd name="connsiteY32" fmla="*/ 221318 h 274669"/>
              <a:gd name="connsiteX33" fmla="*/ 3405352 w 4102501"/>
              <a:gd name="connsiteY33" fmla="*/ 256352 h 274669"/>
              <a:gd name="connsiteX34" fmla="*/ 3496442 w 4102501"/>
              <a:gd name="connsiteY34" fmla="*/ 266863 h 274669"/>
              <a:gd name="connsiteX35" fmla="*/ 3591035 w 4102501"/>
              <a:gd name="connsiteY35" fmla="*/ 266863 h 274669"/>
              <a:gd name="connsiteX36" fmla="*/ 3696138 w 4102501"/>
              <a:gd name="connsiteY36" fmla="*/ 249346 h 274669"/>
              <a:gd name="connsiteX37" fmla="*/ 3857411 w 4102501"/>
              <a:gd name="connsiteY37" fmla="*/ 144711 h 274669"/>
              <a:gd name="connsiteX38" fmla="*/ 4102501 w 4102501"/>
              <a:gd name="connsiteY38" fmla="*/ 95912 h 274669"/>
              <a:gd name="connsiteX0" fmla="*/ 0 w 4093535"/>
              <a:gd name="connsiteY0" fmla="*/ 130228 h 274669"/>
              <a:gd name="connsiteX1" fmla="*/ 108607 w 4093535"/>
              <a:gd name="connsiteY1" fmla="*/ 49649 h 274669"/>
              <a:gd name="connsiteX2" fmla="*/ 217214 w 4093535"/>
              <a:gd name="connsiteY2" fmla="*/ 11111 h 274669"/>
              <a:gd name="connsiteX3" fmla="*/ 353849 w 4093535"/>
              <a:gd name="connsiteY3" fmla="*/ 601 h 274669"/>
              <a:gd name="connsiteX4" fmla="*/ 476469 w 4093535"/>
              <a:gd name="connsiteY4" fmla="*/ 25125 h 274669"/>
              <a:gd name="connsiteX5" fmla="*/ 581573 w 4093535"/>
              <a:gd name="connsiteY5" fmla="*/ 63663 h 274669"/>
              <a:gd name="connsiteX6" fmla="*/ 651642 w 4093535"/>
              <a:gd name="connsiteY6" fmla="*/ 119718 h 274669"/>
              <a:gd name="connsiteX7" fmla="*/ 770759 w 4093535"/>
              <a:gd name="connsiteY7" fmla="*/ 207304 h 274669"/>
              <a:gd name="connsiteX8" fmla="*/ 875862 w 4093535"/>
              <a:gd name="connsiteY8" fmla="*/ 245842 h 274669"/>
              <a:gd name="connsiteX9" fmla="*/ 980966 w 4093535"/>
              <a:gd name="connsiteY9" fmla="*/ 252849 h 274669"/>
              <a:gd name="connsiteX10" fmla="*/ 1107090 w 4093535"/>
              <a:gd name="connsiteY10" fmla="*/ 242339 h 274669"/>
              <a:gd name="connsiteX11" fmla="*/ 1212193 w 4093535"/>
              <a:gd name="connsiteY11" fmla="*/ 193290 h 274669"/>
              <a:gd name="connsiteX12" fmla="*/ 1289269 w 4093535"/>
              <a:gd name="connsiteY12" fmla="*/ 126725 h 274669"/>
              <a:gd name="connsiteX13" fmla="*/ 1404883 w 4093535"/>
              <a:gd name="connsiteY13" fmla="*/ 49649 h 274669"/>
              <a:gd name="connsiteX14" fmla="*/ 1552028 w 4093535"/>
              <a:gd name="connsiteY14" fmla="*/ 18118 h 274669"/>
              <a:gd name="connsiteX15" fmla="*/ 1671145 w 4093535"/>
              <a:gd name="connsiteY15" fmla="*/ 21621 h 274669"/>
              <a:gd name="connsiteX16" fmla="*/ 1765738 w 4093535"/>
              <a:gd name="connsiteY16" fmla="*/ 39139 h 274669"/>
              <a:gd name="connsiteX17" fmla="*/ 1874345 w 4093535"/>
              <a:gd name="connsiteY17" fmla="*/ 84684 h 274669"/>
              <a:gd name="connsiteX18" fmla="*/ 2010980 w 4093535"/>
              <a:gd name="connsiteY18" fmla="*/ 193290 h 274669"/>
              <a:gd name="connsiteX19" fmla="*/ 2070538 w 4093535"/>
              <a:gd name="connsiteY19" fmla="*/ 235332 h 274669"/>
              <a:gd name="connsiteX20" fmla="*/ 2179145 w 4093535"/>
              <a:gd name="connsiteY20" fmla="*/ 266863 h 274669"/>
              <a:gd name="connsiteX21" fmla="*/ 2298262 w 4093535"/>
              <a:gd name="connsiteY21" fmla="*/ 273870 h 274669"/>
              <a:gd name="connsiteX22" fmla="*/ 2399862 w 4093535"/>
              <a:gd name="connsiteY22" fmla="*/ 252849 h 274669"/>
              <a:gd name="connsiteX23" fmla="*/ 2525987 w 4093535"/>
              <a:gd name="connsiteY23" fmla="*/ 182780 h 274669"/>
              <a:gd name="connsiteX24" fmla="*/ 2617076 w 4093535"/>
              <a:gd name="connsiteY24" fmla="*/ 109208 h 274669"/>
              <a:gd name="connsiteX25" fmla="*/ 2704662 w 4093535"/>
              <a:gd name="connsiteY25" fmla="*/ 60159 h 274669"/>
              <a:gd name="connsiteX26" fmla="*/ 2813269 w 4093535"/>
              <a:gd name="connsiteY26" fmla="*/ 32132 h 274669"/>
              <a:gd name="connsiteX27" fmla="*/ 2900856 w 4093535"/>
              <a:gd name="connsiteY27" fmla="*/ 28628 h 274669"/>
              <a:gd name="connsiteX28" fmla="*/ 3019973 w 4093535"/>
              <a:gd name="connsiteY28" fmla="*/ 42642 h 274669"/>
              <a:gd name="connsiteX29" fmla="*/ 3121573 w 4093535"/>
              <a:gd name="connsiteY29" fmla="*/ 95194 h 274669"/>
              <a:gd name="connsiteX30" fmla="*/ 3156607 w 4093535"/>
              <a:gd name="connsiteY30" fmla="*/ 123221 h 274669"/>
              <a:gd name="connsiteX31" fmla="*/ 3230180 w 4093535"/>
              <a:gd name="connsiteY31" fmla="*/ 172270 h 274669"/>
              <a:gd name="connsiteX32" fmla="*/ 3310759 w 4093535"/>
              <a:gd name="connsiteY32" fmla="*/ 221318 h 274669"/>
              <a:gd name="connsiteX33" fmla="*/ 3405352 w 4093535"/>
              <a:gd name="connsiteY33" fmla="*/ 256352 h 274669"/>
              <a:gd name="connsiteX34" fmla="*/ 3496442 w 4093535"/>
              <a:gd name="connsiteY34" fmla="*/ 266863 h 274669"/>
              <a:gd name="connsiteX35" fmla="*/ 3591035 w 4093535"/>
              <a:gd name="connsiteY35" fmla="*/ 266863 h 274669"/>
              <a:gd name="connsiteX36" fmla="*/ 3696138 w 4093535"/>
              <a:gd name="connsiteY36" fmla="*/ 249346 h 274669"/>
              <a:gd name="connsiteX37" fmla="*/ 3857411 w 4093535"/>
              <a:gd name="connsiteY37" fmla="*/ 144711 h 274669"/>
              <a:gd name="connsiteX38" fmla="*/ 4093535 w 4093535"/>
              <a:gd name="connsiteY38" fmla="*/ 60534 h 274669"/>
              <a:gd name="connsiteX0" fmla="*/ 0 w 4039740"/>
              <a:gd name="connsiteY0" fmla="*/ 130228 h 274669"/>
              <a:gd name="connsiteX1" fmla="*/ 108607 w 4039740"/>
              <a:gd name="connsiteY1" fmla="*/ 49649 h 274669"/>
              <a:gd name="connsiteX2" fmla="*/ 217214 w 4039740"/>
              <a:gd name="connsiteY2" fmla="*/ 11111 h 274669"/>
              <a:gd name="connsiteX3" fmla="*/ 353849 w 4039740"/>
              <a:gd name="connsiteY3" fmla="*/ 601 h 274669"/>
              <a:gd name="connsiteX4" fmla="*/ 476469 w 4039740"/>
              <a:gd name="connsiteY4" fmla="*/ 25125 h 274669"/>
              <a:gd name="connsiteX5" fmla="*/ 581573 w 4039740"/>
              <a:gd name="connsiteY5" fmla="*/ 63663 h 274669"/>
              <a:gd name="connsiteX6" fmla="*/ 651642 w 4039740"/>
              <a:gd name="connsiteY6" fmla="*/ 119718 h 274669"/>
              <a:gd name="connsiteX7" fmla="*/ 770759 w 4039740"/>
              <a:gd name="connsiteY7" fmla="*/ 207304 h 274669"/>
              <a:gd name="connsiteX8" fmla="*/ 875862 w 4039740"/>
              <a:gd name="connsiteY8" fmla="*/ 245842 h 274669"/>
              <a:gd name="connsiteX9" fmla="*/ 980966 w 4039740"/>
              <a:gd name="connsiteY9" fmla="*/ 252849 h 274669"/>
              <a:gd name="connsiteX10" fmla="*/ 1107090 w 4039740"/>
              <a:gd name="connsiteY10" fmla="*/ 242339 h 274669"/>
              <a:gd name="connsiteX11" fmla="*/ 1212193 w 4039740"/>
              <a:gd name="connsiteY11" fmla="*/ 193290 h 274669"/>
              <a:gd name="connsiteX12" fmla="*/ 1289269 w 4039740"/>
              <a:gd name="connsiteY12" fmla="*/ 126725 h 274669"/>
              <a:gd name="connsiteX13" fmla="*/ 1404883 w 4039740"/>
              <a:gd name="connsiteY13" fmla="*/ 49649 h 274669"/>
              <a:gd name="connsiteX14" fmla="*/ 1552028 w 4039740"/>
              <a:gd name="connsiteY14" fmla="*/ 18118 h 274669"/>
              <a:gd name="connsiteX15" fmla="*/ 1671145 w 4039740"/>
              <a:gd name="connsiteY15" fmla="*/ 21621 h 274669"/>
              <a:gd name="connsiteX16" fmla="*/ 1765738 w 4039740"/>
              <a:gd name="connsiteY16" fmla="*/ 39139 h 274669"/>
              <a:gd name="connsiteX17" fmla="*/ 1874345 w 4039740"/>
              <a:gd name="connsiteY17" fmla="*/ 84684 h 274669"/>
              <a:gd name="connsiteX18" fmla="*/ 2010980 w 4039740"/>
              <a:gd name="connsiteY18" fmla="*/ 193290 h 274669"/>
              <a:gd name="connsiteX19" fmla="*/ 2070538 w 4039740"/>
              <a:gd name="connsiteY19" fmla="*/ 235332 h 274669"/>
              <a:gd name="connsiteX20" fmla="*/ 2179145 w 4039740"/>
              <a:gd name="connsiteY20" fmla="*/ 266863 h 274669"/>
              <a:gd name="connsiteX21" fmla="*/ 2298262 w 4039740"/>
              <a:gd name="connsiteY21" fmla="*/ 273870 h 274669"/>
              <a:gd name="connsiteX22" fmla="*/ 2399862 w 4039740"/>
              <a:gd name="connsiteY22" fmla="*/ 252849 h 274669"/>
              <a:gd name="connsiteX23" fmla="*/ 2525987 w 4039740"/>
              <a:gd name="connsiteY23" fmla="*/ 182780 h 274669"/>
              <a:gd name="connsiteX24" fmla="*/ 2617076 w 4039740"/>
              <a:gd name="connsiteY24" fmla="*/ 109208 h 274669"/>
              <a:gd name="connsiteX25" fmla="*/ 2704662 w 4039740"/>
              <a:gd name="connsiteY25" fmla="*/ 60159 h 274669"/>
              <a:gd name="connsiteX26" fmla="*/ 2813269 w 4039740"/>
              <a:gd name="connsiteY26" fmla="*/ 32132 h 274669"/>
              <a:gd name="connsiteX27" fmla="*/ 2900856 w 4039740"/>
              <a:gd name="connsiteY27" fmla="*/ 28628 h 274669"/>
              <a:gd name="connsiteX28" fmla="*/ 3019973 w 4039740"/>
              <a:gd name="connsiteY28" fmla="*/ 42642 h 274669"/>
              <a:gd name="connsiteX29" fmla="*/ 3121573 w 4039740"/>
              <a:gd name="connsiteY29" fmla="*/ 95194 h 274669"/>
              <a:gd name="connsiteX30" fmla="*/ 3156607 w 4039740"/>
              <a:gd name="connsiteY30" fmla="*/ 123221 h 274669"/>
              <a:gd name="connsiteX31" fmla="*/ 3230180 w 4039740"/>
              <a:gd name="connsiteY31" fmla="*/ 172270 h 274669"/>
              <a:gd name="connsiteX32" fmla="*/ 3310759 w 4039740"/>
              <a:gd name="connsiteY32" fmla="*/ 221318 h 274669"/>
              <a:gd name="connsiteX33" fmla="*/ 3405352 w 4039740"/>
              <a:gd name="connsiteY33" fmla="*/ 256352 h 274669"/>
              <a:gd name="connsiteX34" fmla="*/ 3496442 w 4039740"/>
              <a:gd name="connsiteY34" fmla="*/ 266863 h 274669"/>
              <a:gd name="connsiteX35" fmla="*/ 3591035 w 4039740"/>
              <a:gd name="connsiteY35" fmla="*/ 266863 h 274669"/>
              <a:gd name="connsiteX36" fmla="*/ 3696138 w 4039740"/>
              <a:gd name="connsiteY36" fmla="*/ 249346 h 274669"/>
              <a:gd name="connsiteX37" fmla="*/ 3857411 w 4039740"/>
              <a:gd name="connsiteY37" fmla="*/ 144711 h 274669"/>
              <a:gd name="connsiteX38" fmla="*/ 4039740 w 4039740"/>
              <a:gd name="connsiteY38" fmla="*/ 41484 h 274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4039740" h="274669">
                <a:moveTo>
                  <a:pt x="0" y="130228"/>
                </a:moveTo>
                <a:cubicBezTo>
                  <a:pt x="36202" y="99865"/>
                  <a:pt x="72405" y="69502"/>
                  <a:pt x="108607" y="49649"/>
                </a:cubicBezTo>
                <a:cubicBezTo>
                  <a:pt x="144809" y="29796"/>
                  <a:pt x="176340" y="19286"/>
                  <a:pt x="217214" y="11111"/>
                </a:cubicBezTo>
                <a:cubicBezTo>
                  <a:pt x="258088" y="2936"/>
                  <a:pt x="310640" y="-1735"/>
                  <a:pt x="353849" y="601"/>
                </a:cubicBezTo>
                <a:cubicBezTo>
                  <a:pt x="397058" y="2937"/>
                  <a:pt x="438515" y="14615"/>
                  <a:pt x="476469" y="25125"/>
                </a:cubicBezTo>
                <a:cubicBezTo>
                  <a:pt x="514423" y="35635"/>
                  <a:pt x="552378" y="47897"/>
                  <a:pt x="581573" y="63663"/>
                </a:cubicBezTo>
                <a:cubicBezTo>
                  <a:pt x="610769" y="79428"/>
                  <a:pt x="620111" y="95778"/>
                  <a:pt x="651642" y="119718"/>
                </a:cubicBezTo>
                <a:cubicBezTo>
                  <a:pt x="683173" y="143658"/>
                  <a:pt x="733389" y="186283"/>
                  <a:pt x="770759" y="207304"/>
                </a:cubicBezTo>
                <a:cubicBezTo>
                  <a:pt x="808129" y="228325"/>
                  <a:pt x="840828" y="238251"/>
                  <a:pt x="875862" y="245842"/>
                </a:cubicBezTo>
                <a:cubicBezTo>
                  <a:pt x="910896" y="253433"/>
                  <a:pt x="942428" y="253433"/>
                  <a:pt x="980966" y="252849"/>
                </a:cubicBezTo>
                <a:cubicBezTo>
                  <a:pt x="1019504" y="252265"/>
                  <a:pt x="1068552" y="252266"/>
                  <a:pt x="1107090" y="242339"/>
                </a:cubicBezTo>
                <a:cubicBezTo>
                  <a:pt x="1145628" y="232413"/>
                  <a:pt x="1181830" y="212559"/>
                  <a:pt x="1212193" y="193290"/>
                </a:cubicBezTo>
                <a:cubicBezTo>
                  <a:pt x="1242556" y="174021"/>
                  <a:pt x="1257154" y="150665"/>
                  <a:pt x="1289269" y="126725"/>
                </a:cubicBezTo>
                <a:cubicBezTo>
                  <a:pt x="1321384" y="102785"/>
                  <a:pt x="1361090" y="67750"/>
                  <a:pt x="1404883" y="49649"/>
                </a:cubicBezTo>
                <a:cubicBezTo>
                  <a:pt x="1448676" y="31548"/>
                  <a:pt x="1507651" y="22789"/>
                  <a:pt x="1552028" y="18118"/>
                </a:cubicBezTo>
                <a:cubicBezTo>
                  <a:pt x="1596405" y="13447"/>
                  <a:pt x="1635527" y="18117"/>
                  <a:pt x="1671145" y="21621"/>
                </a:cubicBezTo>
                <a:cubicBezTo>
                  <a:pt x="1706763" y="25125"/>
                  <a:pt x="1731871" y="28628"/>
                  <a:pt x="1765738" y="39139"/>
                </a:cubicBezTo>
                <a:cubicBezTo>
                  <a:pt x="1799605" y="49650"/>
                  <a:pt x="1833471" y="58992"/>
                  <a:pt x="1874345" y="84684"/>
                </a:cubicBezTo>
                <a:cubicBezTo>
                  <a:pt x="1915219" y="110376"/>
                  <a:pt x="1978281" y="168182"/>
                  <a:pt x="2010980" y="193290"/>
                </a:cubicBezTo>
                <a:cubicBezTo>
                  <a:pt x="2043679" y="218398"/>
                  <a:pt x="2042511" y="223070"/>
                  <a:pt x="2070538" y="235332"/>
                </a:cubicBezTo>
                <a:cubicBezTo>
                  <a:pt x="2098566" y="247594"/>
                  <a:pt x="2141191" y="260440"/>
                  <a:pt x="2179145" y="266863"/>
                </a:cubicBezTo>
                <a:cubicBezTo>
                  <a:pt x="2217099" y="273286"/>
                  <a:pt x="2261476" y="276206"/>
                  <a:pt x="2298262" y="273870"/>
                </a:cubicBezTo>
                <a:cubicBezTo>
                  <a:pt x="2335048" y="271534"/>
                  <a:pt x="2361908" y="268031"/>
                  <a:pt x="2399862" y="252849"/>
                </a:cubicBezTo>
                <a:cubicBezTo>
                  <a:pt x="2437816" y="237667"/>
                  <a:pt x="2489785" y="206720"/>
                  <a:pt x="2525987" y="182780"/>
                </a:cubicBezTo>
                <a:cubicBezTo>
                  <a:pt x="2562189" y="158840"/>
                  <a:pt x="2587297" y="129645"/>
                  <a:pt x="2617076" y="109208"/>
                </a:cubicBezTo>
                <a:cubicBezTo>
                  <a:pt x="2646855" y="88771"/>
                  <a:pt x="2671963" y="73005"/>
                  <a:pt x="2704662" y="60159"/>
                </a:cubicBezTo>
                <a:cubicBezTo>
                  <a:pt x="2737361" y="47313"/>
                  <a:pt x="2780570" y="37387"/>
                  <a:pt x="2813269" y="32132"/>
                </a:cubicBezTo>
                <a:cubicBezTo>
                  <a:pt x="2845968" y="26877"/>
                  <a:pt x="2866405" y="26876"/>
                  <a:pt x="2900856" y="28628"/>
                </a:cubicBezTo>
                <a:cubicBezTo>
                  <a:pt x="2935307" y="30380"/>
                  <a:pt x="2983187" y="31548"/>
                  <a:pt x="3019973" y="42642"/>
                </a:cubicBezTo>
                <a:cubicBezTo>
                  <a:pt x="3056759" y="53736"/>
                  <a:pt x="3098801" y="81764"/>
                  <a:pt x="3121573" y="95194"/>
                </a:cubicBezTo>
                <a:cubicBezTo>
                  <a:pt x="3144345" y="108624"/>
                  <a:pt x="3138506" y="110375"/>
                  <a:pt x="3156607" y="123221"/>
                </a:cubicBezTo>
                <a:cubicBezTo>
                  <a:pt x="3174708" y="136067"/>
                  <a:pt x="3204488" y="155921"/>
                  <a:pt x="3230180" y="172270"/>
                </a:cubicBezTo>
                <a:cubicBezTo>
                  <a:pt x="3255872" y="188619"/>
                  <a:pt x="3281564" y="207304"/>
                  <a:pt x="3310759" y="221318"/>
                </a:cubicBezTo>
                <a:cubicBezTo>
                  <a:pt x="3339954" y="235332"/>
                  <a:pt x="3374405" y="248761"/>
                  <a:pt x="3405352" y="256352"/>
                </a:cubicBezTo>
                <a:cubicBezTo>
                  <a:pt x="3436299" y="263943"/>
                  <a:pt x="3465495" y="265111"/>
                  <a:pt x="3496442" y="266863"/>
                </a:cubicBezTo>
                <a:cubicBezTo>
                  <a:pt x="3527389" y="268615"/>
                  <a:pt x="3557752" y="269782"/>
                  <a:pt x="3591035" y="266863"/>
                </a:cubicBezTo>
                <a:cubicBezTo>
                  <a:pt x="3624318" y="263944"/>
                  <a:pt x="3651742" y="269705"/>
                  <a:pt x="3696138" y="249346"/>
                </a:cubicBezTo>
                <a:cubicBezTo>
                  <a:pt x="3740534" y="228987"/>
                  <a:pt x="3832887" y="159309"/>
                  <a:pt x="3857411" y="144711"/>
                </a:cubicBezTo>
                <a:cubicBezTo>
                  <a:pt x="3881935" y="130113"/>
                  <a:pt x="4018719" y="56957"/>
                  <a:pt x="4039740" y="41484"/>
                </a:cubicBezTo>
              </a:path>
            </a:pathLst>
          </a:custGeom>
          <a:noFill/>
          <a:ln w="76200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DBAEC4F7-B698-2ACD-3A02-45EE7D48F3CD}"/>
              </a:ext>
            </a:extLst>
          </p:cNvPr>
          <p:cNvSpPr/>
          <p:nvPr/>
        </p:nvSpPr>
        <p:spPr>
          <a:xfrm>
            <a:off x="4914078" y="3291665"/>
            <a:ext cx="348656" cy="352778"/>
          </a:xfrm>
          <a:prstGeom prst="ellipse">
            <a:avLst/>
          </a:prstGeom>
          <a:solidFill>
            <a:srgbClr val="172C5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57071DD5-7E86-35E1-03B8-4B1408C3A6A8}"/>
              </a:ext>
            </a:extLst>
          </p:cNvPr>
          <p:cNvSpPr/>
          <p:nvPr/>
        </p:nvSpPr>
        <p:spPr>
          <a:xfrm>
            <a:off x="6655763" y="2601784"/>
            <a:ext cx="348656" cy="352778"/>
          </a:xfrm>
          <a:prstGeom prst="ellipse">
            <a:avLst/>
          </a:prstGeom>
          <a:solidFill>
            <a:srgbClr val="172C5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517E7021-ABAF-DF1C-E185-7781ED2C38EA}"/>
              </a:ext>
            </a:extLst>
          </p:cNvPr>
          <p:cNvSpPr/>
          <p:nvPr/>
        </p:nvSpPr>
        <p:spPr>
          <a:xfrm>
            <a:off x="7340178" y="1507275"/>
            <a:ext cx="348656" cy="352778"/>
          </a:xfrm>
          <a:prstGeom prst="ellipse">
            <a:avLst/>
          </a:prstGeom>
          <a:solidFill>
            <a:srgbClr val="172C5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C9A8C7AC-903E-16C2-5609-5AEDA987A88E}"/>
              </a:ext>
            </a:extLst>
          </p:cNvPr>
          <p:cNvSpPr/>
          <p:nvPr/>
        </p:nvSpPr>
        <p:spPr>
          <a:xfrm>
            <a:off x="7026147" y="4449980"/>
            <a:ext cx="348656" cy="352778"/>
          </a:xfrm>
          <a:prstGeom prst="ellipse">
            <a:avLst/>
          </a:prstGeom>
          <a:solidFill>
            <a:srgbClr val="172C5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24004173-6227-5D47-933F-9D3C2033D38F}"/>
              </a:ext>
            </a:extLst>
          </p:cNvPr>
          <p:cNvSpPr/>
          <p:nvPr/>
        </p:nvSpPr>
        <p:spPr>
          <a:xfrm>
            <a:off x="8262890" y="3213556"/>
            <a:ext cx="348656" cy="352778"/>
          </a:xfrm>
          <a:prstGeom prst="ellipse">
            <a:avLst/>
          </a:prstGeom>
          <a:solidFill>
            <a:srgbClr val="172C5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B5CB32B7-D22D-83C5-107E-22CB1EB19C55}"/>
              </a:ext>
            </a:extLst>
          </p:cNvPr>
          <p:cNvSpPr/>
          <p:nvPr/>
        </p:nvSpPr>
        <p:spPr>
          <a:xfrm>
            <a:off x="8512272" y="4615900"/>
            <a:ext cx="348656" cy="352778"/>
          </a:xfrm>
          <a:prstGeom prst="ellipse">
            <a:avLst/>
          </a:prstGeom>
          <a:solidFill>
            <a:srgbClr val="172C5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C494348B-FDE7-E288-27EA-90D8EDBC64A9}"/>
              </a:ext>
            </a:extLst>
          </p:cNvPr>
          <p:cNvSpPr/>
          <p:nvPr/>
        </p:nvSpPr>
        <p:spPr>
          <a:xfrm>
            <a:off x="9446069" y="3937027"/>
            <a:ext cx="348656" cy="352778"/>
          </a:xfrm>
          <a:prstGeom prst="ellipse">
            <a:avLst/>
          </a:prstGeom>
          <a:solidFill>
            <a:srgbClr val="172C5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C87A8368-636F-5D6D-2245-EF0B28B4E117}"/>
              </a:ext>
            </a:extLst>
          </p:cNvPr>
          <p:cNvSpPr/>
          <p:nvPr/>
        </p:nvSpPr>
        <p:spPr>
          <a:xfrm>
            <a:off x="8793908" y="2425395"/>
            <a:ext cx="348656" cy="352778"/>
          </a:xfrm>
          <a:prstGeom prst="ellipse">
            <a:avLst/>
          </a:prstGeom>
          <a:solidFill>
            <a:srgbClr val="172C51"/>
          </a:solidFill>
          <a:ln>
            <a:solidFill>
              <a:srgbClr val="172C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F0EC6684-837C-7CFC-5F3D-7078884E6610}"/>
              </a:ext>
            </a:extLst>
          </p:cNvPr>
          <p:cNvSpPr/>
          <p:nvPr/>
        </p:nvSpPr>
        <p:spPr>
          <a:xfrm>
            <a:off x="7688834" y="4949720"/>
            <a:ext cx="348656" cy="352778"/>
          </a:xfrm>
          <a:prstGeom prst="ellipse">
            <a:avLst/>
          </a:prstGeom>
          <a:solidFill>
            <a:srgbClr val="172C5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5" name="Retângulo 54">
            <a:extLst>
              <a:ext uri="{FF2B5EF4-FFF2-40B4-BE49-F238E27FC236}">
                <a16:creationId xmlns:a16="http://schemas.microsoft.com/office/drawing/2014/main" id="{0589F3EE-0481-D34C-56B6-FA5CF3AFF85C}"/>
              </a:ext>
            </a:extLst>
          </p:cNvPr>
          <p:cNvSpPr/>
          <p:nvPr/>
        </p:nvSpPr>
        <p:spPr>
          <a:xfrm>
            <a:off x="5284961" y="3051822"/>
            <a:ext cx="418672" cy="8400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4" name="Conector reto 23">
            <a:extLst>
              <a:ext uri="{FF2B5EF4-FFF2-40B4-BE49-F238E27FC236}">
                <a16:creationId xmlns:a16="http://schemas.microsoft.com/office/drawing/2014/main" id="{FBF3FAC8-C0AE-16B4-BCFD-B1120415DA1B}"/>
              </a:ext>
            </a:extLst>
          </p:cNvPr>
          <p:cNvCxnSpPr>
            <a:cxnSpLocks/>
          </p:cNvCxnSpPr>
          <p:nvPr/>
        </p:nvCxnSpPr>
        <p:spPr>
          <a:xfrm flipV="1">
            <a:off x="5336771" y="2879834"/>
            <a:ext cx="1270732" cy="510111"/>
          </a:xfrm>
          <a:prstGeom prst="line">
            <a:avLst/>
          </a:prstGeom>
          <a:ln w="57150">
            <a:solidFill>
              <a:schemeClr val="tx2">
                <a:lumMod val="60000"/>
                <a:lumOff val="4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3824099E-750B-017F-8E3B-C7278E1AE803}"/>
              </a:ext>
            </a:extLst>
          </p:cNvPr>
          <p:cNvCxnSpPr>
            <a:cxnSpLocks/>
          </p:cNvCxnSpPr>
          <p:nvPr/>
        </p:nvCxnSpPr>
        <p:spPr>
          <a:xfrm flipV="1">
            <a:off x="5336771" y="3389945"/>
            <a:ext cx="2805243" cy="119411"/>
          </a:xfrm>
          <a:prstGeom prst="line">
            <a:avLst/>
          </a:prstGeom>
          <a:ln w="57150">
            <a:solidFill>
              <a:schemeClr val="tx2">
                <a:lumMod val="60000"/>
                <a:lumOff val="4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>
            <a:extLst>
              <a:ext uri="{FF2B5EF4-FFF2-40B4-BE49-F238E27FC236}">
                <a16:creationId xmlns:a16="http://schemas.microsoft.com/office/drawing/2014/main" id="{B5AC3200-900E-9CB7-783B-42117B24E618}"/>
              </a:ext>
            </a:extLst>
          </p:cNvPr>
          <p:cNvCxnSpPr>
            <a:cxnSpLocks/>
          </p:cNvCxnSpPr>
          <p:nvPr/>
        </p:nvCxnSpPr>
        <p:spPr>
          <a:xfrm>
            <a:off x="5332283" y="3644443"/>
            <a:ext cx="1639579" cy="840011"/>
          </a:xfrm>
          <a:prstGeom prst="line">
            <a:avLst/>
          </a:prstGeom>
          <a:ln w="57150">
            <a:solidFill>
              <a:schemeClr val="tx2">
                <a:lumMod val="60000"/>
                <a:lumOff val="4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to 30">
            <a:extLst>
              <a:ext uri="{FF2B5EF4-FFF2-40B4-BE49-F238E27FC236}">
                <a16:creationId xmlns:a16="http://schemas.microsoft.com/office/drawing/2014/main" id="{E5E569AE-CC62-EB1C-E2FF-0F4A85E4425B}"/>
              </a:ext>
            </a:extLst>
          </p:cNvPr>
          <p:cNvCxnSpPr>
            <a:cxnSpLocks/>
          </p:cNvCxnSpPr>
          <p:nvPr/>
        </p:nvCxnSpPr>
        <p:spPr>
          <a:xfrm>
            <a:off x="7415049" y="4792289"/>
            <a:ext cx="273785" cy="202352"/>
          </a:xfrm>
          <a:prstGeom prst="line">
            <a:avLst/>
          </a:prstGeom>
          <a:ln w="57150">
            <a:solidFill>
              <a:schemeClr val="tx2">
                <a:lumMod val="60000"/>
                <a:lumOff val="4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to 32">
            <a:extLst>
              <a:ext uri="{FF2B5EF4-FFF2-40B4-BE49-F238E27FC236}">
                <a16:creationId xmlns:a16="http://schemas.microsoft.com/office/drawing/2014/main" id="{E86DA033-C2EF-EDC6-2C99-1C7389E1A93D}"/>
              </a:ext>
            </a:extLst>
          </p:cNvPr>
          <p:cNvCxnSpPr>
            <a:cxnSpLocks/>
          </p:cNvCxnSpPr>
          <p:nvPr/>
        </p:nvCxnSpPr>
        <p:spPr>
          <a:xfrm flipV="1">
            <a:off x="7374803" y="3562108"/>
            <a:ext cx="888087" cy="922324"/>
          </a:xfrm>
          <a:prstGeom prst="line">
            <a:avLst/>
          </a:prstGeom>
          <a:ln w="57150">
            <a:solidFill>
              <a:schemeClr val="tx2">
                <a:lumMod val="60000"/>
                <a:lumOff val="4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>
            <a:extLst>
              <a:ext uri="{FF2B5EF4-FFF2-40B4-BE49-F238E27FC236}">
                <a16:creationId xmlns:a16="http://schemas.microsoft.com/office/drawing/2014/main" id="{279F3956-9698-79BF-D27C-4CF6CBB63711}"/>
              </a:ext>
            </a:extLst>
          </p:cNvPr>
          <p:cNvCxnSpPr>
            <a:cxnSpLocks/>
          </p:cNvCxnSpPr>
          <p:nvPr/>
        </p:nvCxnSpPr>
        <p:spPr>
          <a:xfrm flipV="1">
            <a:off x="8078953" y="4866290"/>
            <a:ext cx="433319" cy="172958"/>
          </a:xfrm>
          <a:prstGeom prst="line">
            <a:avLst/>
          </a:prstGeom>
          <a:ln w="57150">
            <a:solidFill>
              <a:schemeClr val="tx2">
                <a:lumMod val="60000"/>
                <a:lumOff val="4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to 37">
            <a:extLst>
              <a:ext uri="{FF2B5EF4-FFF2-40B4-BE49-F238E27FC236}">
                <a16:creationId xmlns:a16="http://schemas.microsoft.com/office/drawing/2014/main" id="{36ECFE42-FED2-691B-7E63-A629485BD849}"/>
              </a:ext>
            </a:extLst>
          </p:cNvPr>
          <p:cNvCxnSpPr>
            <a:cxnSpLocks/>
          </p:cNvCxnSpPr>
          <p:nvPr/>
        </p:nvCxnSpPr>
        <p:spPr>
          <a:xfrm flipV="1">
            <a:off x="6942456" y="1881352"/>
            <a:ext cx="432347" cy="695809"/>
          </a:xfrm>
          <a:prstGeom prst="line">
            <a:avLst/>
          </a:prstGeom>
          <a:ln w="57150">
            <a:solidFill>
              <a:schemeClr val="tx2">
                <a:lumMod val="60000"/>
                <a:lumOff val="4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to 39">
            <a:extLst>
              <a:ext uri="{FF2B5EF4-FFF2-40B4-BE49-F238E27FC236}">
                <a16:creationId xmlns:a16="http://schemas.microsoft.com/office/drawing/2014/main" id="{FCBF8DCC-58F8-01E1-71E0-1DC9294BE145}"/>
              </a:ext>
            </a:extLst>
          </p:cNvPr>
          <p:cNvCxnSpPr>
            <a:cxnSpLocks/>
          </p:cNvCxnSpPr>
          <p:nvPr/>
        </p:nvCxnSpPr>
        <p:spPr>
          <a:xfrm flipH="1" flipV="1">
            <a:off x="7750802" y="1765174"/>
            <a:ext cx="993805" cy="711764"/>
          </a:xfrm>
          <a:prstGeom prst="line">
            <a:avLst/>
          </a:prstGeom>
          <a:ln w="57150">
            <a:solidFill>
              <a:schemeClr val="tx2">
                <a:lumMod val="60000"/>
                <a:lumOff val="4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to 42">
            <a:extLst>
              <a:ext uri="{FF2B5EF4-FFF2-40B4-BE49-F238E27FC236}">
                <a16:creationId xmlns:a16="http://schemas.microsoft.com/office/drawing/2014/main" id="{81B71650-D5D2-B4A4-594B-7C2B815865AB}"/>
              </a:ext>
            </a:extLst>
          </p:cNvPr>
          <p:cNvCxnSpPr>
            <a:cxnSpLocks/>
          </p:cNvCxnSpPr>
          <p:nvPr/>
        </p:nvCxnSpPr>
        <p:spPr>
          <a:xfrm>
            <a:off x="8686600" y="3509356"/>
            <a:ext cx="759469" cy="513914"/>
          </a:xfrm>
          <a:prstGeom prst="line">
            <a:avLst/>
          </a:prstGeom>
          <a:ln w="57150">
            <a:solidFill>
              <a:schemeClr val="tx2">
                <a:lumMod val="60000"/>
                <a:lumOff val="4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tângulo 55">
            <a:extLst>
              <a:ext uri="{FF2B5EF4-FFF2-40B4-BE49-F238E27FC236}">
                <a16:creationId xmlns:a16="http://schemas.microsoft.com/office/drawing/2014/main" id="{B2AF1553-D88C-6B63-258F-176EF43D2ACB}"/>
              </a:ext>
            </a:extLst>
          </p:cNvPr>
          <p:cNvSpPr/>
          <p:nvPr/>
        </p:nvSpPr>
        <p:spPr>
          <a:xfrm rot="3452032">
            <a:off x="9764354" y="1629752"/>
            <a:ext cx="418672" cy="8400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8" name="Retângulo 57">
            <a:extLst>
              <a:ext uri="{FF2B5EF4-FFF2-40B4-BE49-F238E27FC236}">
                <a16:creationId xmlns:a16="http://schemas.microsoft.com/office/drawing/2014/main" id="{465D1C45-56C7-A45A-C45A-481FA9339243}"/>
              </a:ext>
            </a:extLst>
          </p:cNvPr>
          <p:cNvSpPr/>
          <p:nvPr/>
        </p:nvSpPr>
        <p:spPr>
          <a:xfrm rot="6832287">
            <a:off x="9445035" y="4733682"/>
            <a:ext cx="418672" cy="8400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4931C383-EE04-9C0E-2A81-34790C45ACC6}"/>
              </a:ext>
            </a:extLst>
          </p:cNvPr>
          <p:cNvCxnSpPr>
            <a:cxnSpLocks/>
          </p:cNvCxnSpPr>
          <p:nvPr/>
        </p:nvCxnSpPr>
        <p:spPr>
          <a:xfrm>
            <a:off x="8918374" y="4850904"/>
            <a:ext cx="1192921" cy="505868"/>
          </a:xfrm>
          <a:prstGeom prst="line">
            <a:avLst/>
          </a:prstGeom>
          <a:ln w="57150">
            <a:solidFill>
              <a:schemeClr val="tx2">
                <a:lumMod val="60000"/>
                <a:lumOff val="40000"/>
              </a:schemeClr>
            </a:solidFill>
            <a:prstDash val="sys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tângulo 56">
            <a:extLst>
              <a:ext uri="{FF2B5EF4-FFF2-40B4-BE49-F238E27FC236}">
                <a16:creationId xmlns:a16="http://schemas.microsoft.com/office/drawing/2014/main" id="{F65D64B9-0E76-EA69-BA78-A9C49545AAD3}"/>
              </a:ext>
            </a:extLst>
          </p:cNvPr>
          <p:cNvSpPr/>
          <p:nvPr/>
        </p:nvSpPr>
        <p:spPr>
          <a:xfrm rot="3452032">
            <a:off x="10165872" y="3198258"/>
            <a:ext cx="418672" cy="8400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8" name="Conector reto 47">
            <a:extLst>
              <a:ext uri="{FF2B5EF4-FFF2-40B4-BE49-F238E27FC236}">
                <a16:creationId xmlns:a16="http://schemas.microsoft.com/office/drawing/2014/main" id="{55852D72-DA7E-A472-A096-75F4F6F35B5A}"/>
              </a:ext>
            </a:extLst>
          </p:cNvPr>
          <p:cNvCxnSpPr>
            <a:cxnSpLocks/>
          </p:cNvCxnSpPr>
          <p:nvPr/>
        </p:nvCxnSpPr>
        <p:spPr>
          <a:xfrm flipV="1">
            <a:off x="9817892" y="3291665"/>
            <a:ext cx="1067828" cy="702266"/>
          </a:xfrm>
          <a:prstGeom prst="line">
            <a:avLst/>
          </a:prstGeom>
          <a:ln w="57150">
            <a:solidFill>
              <a:schemeClr val="tx2">
                <a:lumMod val="60000"/>
                <a:lumOff val="40000"/>
              </a:schemeClr>
            </a:solidFill>
            <a:prstDash val="sys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to 50">
            <a:extLst>
              <a:ext uri="{FF2B5EF4-FFF2-40B4-BE49-F238E27FC236}">
                <a16:creationId xmlns:a16="http://schemas.microsoft.com/office/drawing/2014/main" id="{48B9237A-3FD7-A0E9-E53B-997C9F6BB5D7}"/>
              </a:ext>
            </a:extLst>
          </p:cNvPr>
          <p:cNvCxnSpPr>
            <a:cxnSpLocks/>
          </p:cNvCxnSpPr>
          <p:nvPr/>
        </p:nvCxnSpPr>
        <p:spPr>
          <a:xfrm flipV="1">
            <a:off x="9191865" y="1714577"/>
            <a:ext cx="1265928" cy="812138"/>
          </a:xfrm>
          <a:prstGeom prst="line">
            <a:avLst/>
          </a:prstGeom>
          <a:ln w="57150">
            <a:solidFill>
              <a:schemeClr val="tx2">
                <a:lumMod val="60000"/>
                <a:lumOff val="40000"/>
              </a:schemeClr>
            </a:solidFill>
            <a:prstDash val="sys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CaixaDeTexto 62">
            <a:extLst>
              <a:ext uri="{FF2B5EF4-FFF2-40B4-BE49-F238E27FC236}">
                <a16:creationId xmlns:a16="http://schemas.microsoft.com/office/drawing/2014/main" id="{DB504EBB-EC3E-CDAD-71BE-07AF7F5F0C8C}"/>
              </a:ext>
            </a:extLst>
          </p:cNvPr>
          <p:cNvSpPr txBox="1"/>
          <p:nvPr/>
        </p:nvSpPr>
        <p:spPr>
          <a:xfrm>
            <a:off x="3160419" y="2396183"/>
            <a:ext cx="24967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800" dirty="0">
                <a:ln>
                  <a:solidFill>
                    <a:schemeClr val="bg1"/>
                  </a:solidFill>
                </a:ln>
                <a:solidFill>
                  <a:srgbClr val="022D30"/>
                </a:solidFill>
                <a:latin typeface="Arial Rounded MT Bold" panose="020F0704030504030204" pitchFamily="34" charset="0"/>
              </a:rPr>
              <a:t>Araújo</a:t>
            </a:r>
          </a:p>
        </p:txBody>
      </p:sp>
      <p:sp>
        <p:nvSpPr>
          <p:cNvPr id="1027" name="CaixaDeTexto 1026">
            <a:extLst>
              <a:ext uri="{FF2B5EF4-FFF2-40B4-BE49-F238E27FC236}">
                <a16:creationId xmlns:a16="http://schemas.microsoft.com/office/drawing/2014/main" id="{2C0BA63C-E847-003B-7321-8F7216B11C37}"/>
              </a:ext>
            </a:extLst>
          </p:cNvPr>
          <p:cNvSpPr txBox="1"/>
          <p:nvPr/>
        </p:nvSpPr>
        <p:spPr>
          <a:xfrm>
            <a:off x="2452294" y="3703899"/>
            <a:ext cx="306173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4000" dirty="0">
                <a:ln>
                  <a:solidFill>
                    <a:schemeClr val="bg1"/>
                  </a:solidFill>
                </a:ln>
                <a:solidFill>
                  <a:srgbClr val="022D30"/>
                </a:solidFill>
                <a:latin typeface="Arial Rounded MT Bold" panose="020F0704030504030204" pitchFamily="34" charset="0"/>
              </a:rPr>
              <a:t>Simulações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45B727F-EE12-30B5-E0AD-883055BB2D58}"/>
              </a:ext>
            </a:extLst>
          </p:cNvPr>
          <p:cNvSpPr txBox="1"/>
          <p:nvPr/>
        </p:nvSpPr>
        <p:spPr>
          <a:xfrm>
            <a:off x="3493371" y="1751852"/>
            <a:ext cx="23191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800" dirty="0">
                <a:ln>
                  <a:solidFill>
                    <a:schemeClr val="bg1"/>
                  </a:solidFill>
                </a:ln>
                <a:solidFill>
                  <a:srgbClr val="022D30"/>
                </a:solidFill>
                <a:latin typeface="Arial Rounded MT Bold" panose="020F0704030504030204" pitchFamily="34" charset="0"/>
              </a:rPr>
              <a:t>Lucas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6CDF90B-7A10-42BF-4051-E590C6591286}"/>
              </a:ext>
            </a:extLst>
          </p:cNvPr>
          <p:cNvSpPr txBox="1"/>
          <p:nvPr/>
        </p:nvSpPr>
        <p:spPr>
          <a:xfrm>
            <a:off x="1468849" y="4211751"/>
            <a:ext cx="42274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4000" dirty="0">
                <a:ln>
                  <a:solidFill>
                    <a:schemeClr val="bg1"/>
                  </a:solidFill>
                </a:ln>
                <a:solidFill>
                  <a:srgbClr val="022D30"/>
                </a:solidFill>
                <a:latin typeface="Arial Rounded MT Bold" panose="020F0704030504030204" pitchFamily="34" charset="0"/>
              </a:rPr>
              <a:t>Computacionais</a:t>
            </a:r>
          </a:p>
        </p:txBody>
      </p:sp>
    </p:spTree>
    <p:extLst>
      <p:ext uri="{BB962C8B-B14F-4D97-AF65-F5344CB8AC3E}">
        <p14:creationId xmlns:p14="http://schemas.microsoft.com/office/powerpoint/2010/main" val="32300105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CC345-BABE-951A-7D93-EF2C484DA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tângulo 1027">
            <a:extLst>
              <a:ext uri="{FF2B5EF4-FFF2-40B4-BE49-F238E27FC236}">
                <a16:creationId xmlns:a16="http://schemas.microsoft.com/office/drawing/2014/main" id="{5417DD01-6765-5ED5-7295-9946B775A6AA}"/>
              </a:ext>
            </a:extLst>
          </p:cNvPr>
          <p:cNvSpPr/>
          <p:nvPr/>
        </p:nvSpPr>
        <p:spPr>
          <a:xfrm>
            <a:off x="1306280" y="769374"/>
            <a:ext cx="9718278" cy="531925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Forma Livre: Forma 12">
            <a:extLst>
              <a:ext uri="{FF2B5EF4-FFF2-40B4-BE49-F238E27FC236}">
                <a16:creationId xmlns:a16="http://schemas.microsoft.com/office/drawing/2014/main" id="{8088F81A-6186-8E90-9570-3F296383F381}"/>
              </a:ext>
            </a:extLst>
          </p:cNvPr>
          <p:cNvSpPr/>
          <p:nvPr/>
        </p:nvSpPr>
        <p:spPr>
          <a:xfrm>
            <a:off x="2392134" y="3291665"/>
            <a:ext cx="2452395" cy="274669"/>
          </a:xfrm>
          <a:custGeom>
            <a:avLst/>
            <a:gdLst>
              <a:gd name="connsiteX0" fmla="*/ 0 w 3843283"/>
              <a:gd name="connsiteY0" fmla="*/ 130228 h 274669"/>
              <a:gd name="connsiteX1" fmla="*/ 108607 w 3843283"/>
              <a:gd name="connsiteY1" fmla="*/ 49649 h 274669"/>
              <a:gd name="connsiteX2" fmla="*/ 217214 w 3843283"/>
              <a:gd name="connsiteY2" fmla="*/ 11111 h 274669"/>
              <a:gd name="connsiteX3" fmla="*/ 353849 w 3843283"/>
              <a:gd name="connsiteY3" fmla="*/ 601 h 274669"/>
              <a:gd name="connsiteX4" fmla="*/ 476469 w 3843283"/>
              <a:gd name="connsiteY4" fmla="*/ 25125 h 274669"/>
              <a:gd name="connsiteX5" fmla="*/ 581573 w 3843283"/>
              <a:gd name="connsiteY5" fmla="*/ 63663 h 274669"/>
              <a:gd name="connsiteX6" fmla="*/ 651642 w 3843283"/>
              <a:gd name="connsiteY6" fmla="*/ 119718 h 274669"/>
              <a:gd name="connsiteX7" fmla="*/ 770759 w 3843283"/>
              <a:gd name="connsiteY7" fmla="*/ 207304 h 274669"/>
              <a:gd name="connsiteX8" fmla="*/ 875862 w 3843283"/>
              <a:gd name="connsiteY8" fmla="*/ 245842 h 274669"/>
              <a:gd name="connsiteX9" fmla="*/ 980966 w 3843283"/>
              <a:gd name="connsiteY9" fmla="*/ 252849 h 274669"/>
              <a:gd name="connsiteX10" fmla="*/ 1107090 w 3843283"/>
              <a:gd name="connsiteY10" fmla="*/ 242339 h 274669"/>
              <a:gd name="connsiteX11" fmla="*/ 1212193 w 3843283"/>
              <a:gd name="connsiteY11" fmla="*/ 193290 h 274669"/>
              <a:gd name="connsiteX12" fmla="*/ 1289269 w 3843283"/>
              <a:gd name="connsiteY12" fmla="*/ 126725 h 274669"/>
              <a:gd name="connsiteX13" fmla="*/ 1404883 w 3843283"/>
              <a:gd name="connsiteY13" fmla="*/ 49649 h 274669"/>
              <a:gd name="connsiteX14" fmla="*/ 1552028 w 3843283"/>
              <a:gd name="connsiteY14" fmla="*/ 18118 h 274669"/>
              <a:gd name="connsiteX15" fmla="*/ 1671145 w 3843283"/>
              <a:gd name="connsiteY15" fmla="*/ 21621 h 274669"/>
              <a:gd name="connsiteX16" fmla="*/ 1765738 w 3843283"/>
              <a:gd name="connsiteY16" fmla="*/ 39139 h 274669"/>
              <a:gd name="connsiteX17" fmla="*/ 1874345 w 3843283"/>
              <a:gd name="connsiteY17" fmla="*/ 84684 h 274669"/>
              <a:gd name="connsiteX18" fmla="*/ 2010980 w 3843283"/>
              <a:gd name="connsiteY18" fmla="*/ 193290 h 274669"/>
              <a:gd name="connsiteX19" fmla="*/ 2070538 w 3843283"/>
              <a:gd name="connsiteY19" fmla="*/ 235332 h 274669"/>
              <a:gd name="connsiteX20" fmla="*/ 2179145 w 3843283"/>
              <a:gd name="connsiteY20" fmla="*/ 266863 h 274669"/>
              <a:gd name="connsiteX21" fmla="*/ 2298262 w 3843283"/>
              <a:gd name="connsiteY21" fmla="*/ 273870 h 274669"/>
              <a:gd name="connsiteX22" fmla="*/ 2399862 w 3843283"/>
              <a:gd name="connsiteY22" fmla="*/ 252849 h 274669"/>
              <a:gd name="connsiteX23" fmla="*/ 2525987 w 3843283"/>
              <a:gd name="connsiteY23" fmla="*/ 182780 h 274669"/>
              <a:gd name="connsiteX24" fmla="*/ 2617076 w 3843283"/>
              <a:gd name="connsiteY24" fmla="*/ 109208 h 274669"/>
              <a:gd name="connsiteX25" fmla="*/ 2704662 w 3843283"/>
              <a:gd name="connsiteY25" fmla="*/ 60159 h 274669"/>
              <a:gd name="connsiteX26" fmla="*/ 2813269 w 3843283"/>
              <a:gd name="connsiteY26" fmla="*/ 32132 h 274669"/>
              <a:gd name="connsiteX27" fmla="*/ 2900856 w 3843283"/>
              <a:gd name="connsiteY27" fmla="*/ 28628 h 274669"/>
              <a:gd name="connsiteX28" fmla="*/ 3019973 w 3843283"/>
              <a:gd name="connsiteY28" fmla="*/ 42642 h 274669"/>
              <a:gd name="connsiteX29" fmla="*/ 3121573 w 3843283"/>
              <a:gd name="connsiteY29" fmla="*/ 95194 h 274669"/>
              <a:gd name="connsiteX30" fmla="*/ 3149600 w 3843283"/>
              <a:gd name="connsiteY30" fmla="*/ 105704 h 274669"/>
              <a:gd name="connsiteX31" fmla="*/ 3230180 w 3843283"/>
              <a:gd name="connsiteY31" fmla="*/ 172270 h 274669"/>
              <a:gd name="connsiteX32" fmla="*/ 3310759 w 3843283"/>
              <a:gd name="connsiteY32" fmla="*/ 221318 h 274669"/>
              <a:gd name="connsiteX33" fmla="*/ 3405352 w 3843283"/>
              <a:gd name="connsiteY33" fmla="*/ 256352 h 274669"/>
              <a:gd name="connsiteX34" fmla="*/ 3496442 w 3843283"/>
              <a:gd name="connsiteY34" fmla="*/ 266863 h 274669"/>
              <a:gd name="connsiteX35" fmla="*/ 3591035 w 3843283"/>
              <a:gd name="connsiteY35" fmla="*/ 266863 h 274669"/>
              <a:gd name="connsiteX36" fmla="*/ 3696138 w 3843283"/>
              <a:gd name="connsiteY36" fmla="*/ 249346 h 274669"/>
              <a:gd name="connsiteX37" fmla="*/ 3776718 w 3843283"/>
              <a:gd name="connsiteY37" fmla="*/ 207304 h 274669"/>
              <a:gd name="connsiteX38" fmla="*/ 3843283 w 3843283"/>
              <a:gd name="connsiteY38" fmla="*/ 161759 h 274669"/>
              <a:gd name="connsiteX0" fmla="*/ 0 w 3843283"/>
              <a:gd name="connsiteY0" fmla="*/ 130228 h 274669"/>
              <a:gd name="connsiteX1" fmla="*/ 108607 w 3843283"/>
              <a:gd name="connsiteY1" fmla="*/ 49649 h 274669"/>
              <a:gd name="connsiteX2" fmla="*/ 217214 w 3843283"/>
              <a:gd name="connsiteY2" fmla="*/ 11111 h 274669"/>
              <a:gd name="connsiteX3" fmla="*/ 353849 w 3843283"/>
              <a:gd name="connsiteY3" fmla="*/ 601 h 274669"/>
              <a:gd name="connsiteX4" fmla="*/ 476469 w 3843283"/>
              <a:gd name="connsiteY4" fmla="*/ 25125 h 274669"/>
              <a:gd name="connsiteX5" fmla="*/ 581573 w 3843283"/>
              <a:gd name="connsiteY5" fmla="*/ 63663 h 274669"/>
              <a:gd name="connsiteX6" fmla="*/ 651642 w 3843283"/>
              <a:gd name="connsiteY6" fmla="*/ 119718 h 274669"/>
              <a:gd name="connsiteX7" fmla="*/ 770759 w 3843283"/>
              <a:gd name="connsiteY7" fmla="*/ 207304 h 274669"/>
              <a:gd name="connsiteX8" fmla="*/ 875862 w 3843283"/>
              <a:gd name="connsiteY8" fmla="*/ 245842 h 274669"/>
              <a:gd name="connsiteX9" fmla="*/ 980966 w 3843283"/>
              <a:gd name="connsiteY9" fmla="*/ 252849 h 274669"/>
              <a:gd name="connsiteX10" fmla="*/ 1107090 w 3843283"/>
              <a:gd name="connsiteY10" fmla="*/ 242339 h 274669"/>
              <a:gd name="connsiteX11" fmla="*/ 1212193 w 3843283"/>
              <a:gd name="connsiteY11" fmla="*/ 193290 h 274669"/>
              <a:gd name="connsiteX12" fmla="*/ 1289269 w 3843283"/>
              <a:gd name="connsiteY12" fmla="*/ 126725 h 274669"/>
              <a:gd name="connsiteX13" fmla="*/ 1404883 w 3843283"/>
              <a:gd name="connsiteY13" fmla="*/ 49649 h 274669"/>
              <a:gd name="connsiteX14" fmla="*/ 1552028 w 3843283"/>
              <a:gd name="connsiteY14" fmla="*/ 18118 h 274669"/>
              <a:gd name="connsiteX15" fmla="*/ 1671145 w 3843283"/>
              <a:gd name="connsiteY15" fmla="*/ 21621 h 274669"/>
              <a:gd name="connsiteX16" fmla="*/ 1765738 w 3843283"/>
              <a:gd name="connsiteY16" fmla="*/ 39139 h 274669"/>
              <a:gd name="connsiteX17" fmla="*/ 1874345 w 3843283"/>
              <a:gd name="connsiteY17" fmla="*/ 84684 h 274669"/>
              <a:gd name="connsiteX18" fmla="*/ 2010980 w 3843283"/>
              <a:gd name="connsiteY18" fmla="*/ 193290 h 274669"/>
              <a:gd name="connsiteX19" fmla="*/ 2070538 w 3843283"/>
              <a:gd name="connsiteY19" fmla="*/ 235332 h 274669"/>
              <a:gd name="connsiteX20" fmla="*/ 2179145 w 3843283"/>
              <a:gd name="connsiteY20" fmla="*/ 266863 h 274669"/>
              <a:gd name="connsiteX21" fmla="*/ 2298262 w 3843283"/>
              <a:gd name="connsiteY21" fmla="*/ 273870 h 274669"/>
              <a:gd name="connsiteX22" fmla="*/ 2399862 w 3843283"/>
              <a:gd name="connsiteY22" fmla="*/ 252849 h 274669"/>
              <a:gd name="connsiteX23" fmla="*/ 2525987 w 3843283"/>
              <a:gd name="connsiteY23" fmla="*/ 182780 h 274669"/>
              <a:gd name="connsiteX24" fmla="*/ 2617076 w 3843283"/>
              <a:gd name="connsiteY24" fmla="*/ 109208 h 274669"/>
              <a:gd name="connsiteX25" fmla="*/ 2704662 w 3843283"/>
              <a:gd name="connsiteY25" fmla="*/ 60159 h 274669"/>
              <a:gd name="connsiteX26" fmla="*/ 2813269 w 3843283"/>
              <a:gd name="connsiteY26" fmla="*/ 32132 h 274669"/>
              <a:gd name="connsiteX27" fmla="*/ 2900856 w 3843283"/>
              <a:gd name="connsiteY27" fmla="*/ 28628 h 274669"/>
              <a:gd name="connsiteX28" fmla="*/ 3019973 w 3843283"/>
              <a:gd name="connsiteY28" fmla="*/ 42642 h 274669"/>
              <a:gd name="connsiteX29" fmla="*/ 3121573 w 3843283"/>
              <a:gd name="connsiteY29" fmla="*/ 95194 h 274669"/>
              <a:gd name="connsiteX30" fmla="*/ 3156607 w 3843283"/>
              <a:gd name="connsiteY30" fmla="*/ 123221 h 274669"/>
              <a:gd name="connsiteX31" fmla="*/ 3230180 w 3843283"/>
              <a:gd name="connsiteY31" fmla="*/ 172270 h 274669"/>
              <a:gd name="connsiteX32" fmla="*/ 3310759 w 3843283"/>
              <a:gd name="connsiteY32" fmla="*/ 221318 h 274669"/>
              <a:gd name="connsiteX33" fmla="*/ 3405352 w 3843283"/>
              <a:gd name="connsiteY33" fmla="*/ 256352 h 274669"/>
              <a:gd name="connsiteX34" fmla="*/ 3496442 w 3843283"/>
              <a:gd name="connsiteY34" fmla="*/ 266863 h 274669"/>
              <a:gd name="connsiteX35" fmla="*/ 3591035 w 3843283"/>
              <a:gd name="connsiteY35" fmla="*/ 266863 h 274669"/>
              <a:gd name="connsiteX36" fmla="*/ 3696138 w 3843283"/>
              <a:gd name="connsiteY36" fmla="*/ 249346 h 274669"/>
              <a:gd name="connsiteX37" fmla="*/ 3776718 w 3843283"/>
              <a:gd name="connsiteY37" fmla="*/ 207304 h 274669"/>
              <a:gd name="connsiteX38" fmla="*/ 3843283 w 3843283"/>
              <a:gd name="connsiteY38" fmla="*/ 161759 h 274669"/>
              <a:gd name="connsiteX0" fmla="*/ 0 w 3941379"/>
              <a:gd name="connsiteY0" fmla="*/ 130228 h 274669"/>
              <a:gd name="connsiteX1" fmla="*/ 108607 w 3941379"/>
              <a:gd name="connsiteY1" fmla="*/ 49649 h 274669"/>
              <a:gd name="connsiteX2" fmla="*/ 217214 w 3941379"/>
              <a:gd name="connsiteY2" fmla="*/ 11111 h 274669"/>
              <a:gd name="connsiteX3" fmla="*/ 353849 w 3941379"/>
              <a:gd name="connsiteY3" fmla="*/ 601 h 274669"/>
              <a:gd name="connsiteX4" fmla="*/ 476469 w 3941379"/>
              <a:gd name="connsiteY4" fmla="*/ 25125 h 274669"/>
              <a:gd name="connsiteX5" fmla="*/ 581573 w 3941379"/>
              <a:gd name="connsiteY5" fmla="*/ 63663 h 274669"/>
              <a:gd name="connsiteX6" fmla="*/ 651642 w 3941379"/>
              <a:gd name="connsiteY6" fmla="*/ 119718 h 274669"/>
              <a:gd name="connsiteX7" fmla="*/ 770759 w 3941379"/>
              <a:gd name="connsiteY7" fmla="*/ 207304 h 274669"/>
              <a:gd name="connsiteX8" fmla="*/ 875862 w 3941379"/>
              <a:gd name="connsiteY8" fmla="*/ 245842 h 274669"/>
              <a:gd name="connsiteX9" fmla="*/ 980966 w 3941379"/>
              <a:gd name="connsiteY9" fmla="*/ 252849 h 274669"/>
              <a:gd name="connsiteX10" fmla="*/ 1107090 w 3941379"/>
              <a:gd name="connsiteY10" fmla="*/ 242339 h 274669"/>
              <a:gd name="connsiteX11" fmla="*/ 1212193 w 3941379"/>
              <a:gd name="connsiteY11" fmla="*/ 193290 h 274669"/>
              <a:gd name="connsiteX12" fmla="*/ 1289269 w 3941379"/>
              <a:gd name="connsiteY12" fmla="*/ 126725 h 274669"/>
              <a:gd name="connsiteX13" fmla="*/ 1404883 w 3941379"/>
              <a:gd name="connsiteY13" fmla="*/ 49649 h 274669"/>
              <a:gd name="connsiteX14" fmla="*/ 1552028 w 3941379"/>
              <a:gd name="connsiteY14" fmla="*/ 18118 h 274669"/>
              <a:gd name="connsiteX15" fmla="*/ 1671145 w 3941379"/>
              <a:gd name="connsiteY15" fmla="*/ 21621 h 274669"/>
              <a:gd name="connsiteX16" fmla="*/ 1765738 w 3941379"/>
              <a:gd name="connsiteY16" fmla="*/ 39139 h 274669"/>
              <a:gd name="connsiteX17" fmla="*/ 1874345 w 3941379"/>
              <a:gd name="connsiteY17" fmla="*/ 84684 h 274669"/>
              <a:gd name="connsiteX18" fmla="*/ 2010980 w 3941379"/>
              <a:gd name="connsiteY18" fmla="*/ 193290 h 274669"/>
              <a:gd name="connsiteX19" fmla="*/ 2070538 w 3941379"/>
              <a:gd name="connsiteY19" fmla="*/ 235332 h 274669"/>
              <a:gd name="connsiteX20" fmla="*/ 2179145 w 3941379"/>
              <a:gd name="connsiteY20" fmla="*/ 266863 h 274669"/>
              <a:gd name="connsiteX21" fmla="*/ 2298262 w 3941379"/>
              <a:gd name="connsiteY21" fmla="*/ 273870 h 274669"/>
              <a:gd name="connsiteX22" fmla="*/ 2399862 w 3941379"/>
              <a:gd name="connsiteY22" fmla="*/ 252849 h 274669"/>
              <a:gd name="connsiteX23" fmla="*/ 2525987 w 3941379"/>
              <a:gd name="connsiteY23" fmla="*/ 182780 h 274669"/>
              <a:gd name="connsiteX24" fmla="*/ 2617076 w 3941379"/>
              <a:gd name="connsiteY24" fmla="*/ 109208 h 274669"/>
              <a:gd name="connsiteX25" fmla="*/ 2704662 w 3941379"/>
              <a:gd name="connsiteY25" fmla="*/ 60159 h 274669"/>
              <a:gd name="connsiteX26" fmla="*/ 2813269 w 3941379"/>
              <a:gd name="connsiteY26" fmla="*/ 32132 h 274669"/>
              <a:gd name="connsiteX27" fmla="*/ 2900856 w 3941379"/>
              <a:gd name="connsiteY27" fmla="*/ 28628 h 274669"/>
              <a:gd name="connsiteX28" fmla="*/ 3019973 w 3941379"/>
              <a:gd name="connsiteY28" fmla="*/ 42642 h 274669"/>
              <a:gd name="connsiteX29" fmla="*/ 3121573 w 3941379"/>
              <a:gd name="connsiteY29" fmla="*/ 95194 h 274669"/>
              <a:gd name="connsiteX30" fmla="*/ 3156607 w 3941379"/>
              <a:gd name="connsiteY30" fmla="*/ 123221 h 274669"/>
              <a:gd name="connsiteX31" fmla="*/ 3230180 w 3941379"/>
              <a:gd name="connsiteY31" fmla="*/ 172270 h 274669"/>
              <a:gd name="connsiteX32" fmla="*/ 3310759 w 3941379"/>
              <a:gd name="connsiteY32" fmla="*/ 221318 h 274669"/>
              <a:gd name="connsiteX33" fmla="*/ 3405352 w 3941379"/>
              <a:gd name="connsiteY33" fmla="*/ 256352 h 274669"/>
              <a:gd name="connsiteX34" fmla="*/ 3496442 w 3941379"/>
              <a:gd name="connsiteY34" fmla="*/ 266863 h 274669"/>
              <a:gd name="connsiteX35" fmla="*/ 3591035 w 3941379"/>
              <a:gd name="connsiteY35" fmla="*/ 266863 h 274669"/>
              <a:gd name="connsiteX36" fmla="*/ 3696138 w 3941379"/>
              <a:gd name="connsiteY36" fmla="*/ 249346 h 274669"/>
              <a:gd name="connsiteX37" fmla="*/ 3776718 w 3941379"/>
              <a:gd name="connsiteY37" fmla="*/ 207304 h 274669"/>
              <a:gd name="connsiteX38" fmla="*/ 3941379 w 3941379"/>
              <a:gd name="connsiteY38" fmla="*/ 81179 h 274669"/>
              <a:gd name="connsiteX0" fmla="*/ 0 w 3990428"/>
              <a:gd name="connsiteY0" fmla="*/ 130228 h 274669"/>
              <a:gd name="connsiteX1" fmla="*/ 108607 w 3990428"/>
              <a:gd name="connsiteY1" fmla="*/ 49649 h 274669"/>
              <a:gd name="connsiteX2" fmla="*/ 217214 w 3990428"/>
              <a:gd name="connsiteY2" fmla="*/ 11111 h 274669"/>
              <a:gd name="connsiteX3" fmla="*/ 353849 w 3990428"/>
              <a:gd name="connsiteY3" fmla="*/ 601 h 274669"/>
              <a:gd name="connsiteX4" fmla="*/ 476469 w 3990428"/>
              <a:gd name="connsiteY4" fmla="*/ 25125 h 274669"/>
              <a:gd name="connsiteX5" fmla="*/ 581573 w 3990428"/>
              <a:gd name="connsiteY5" fmla="*/ 63663 h 274669"/>
              <a:gd name="connsiteX6" fmla="*/ 651642 w 3990428"/>
              <a:gd name="connsiteY6" fmla="*/ 119718 h 274669"/>
              <a:gd name="connsiteX7" fmla="*/ 770759 w 3990428"/>
              <a:gd name="connsiteY7" fmla="*/ 207304 h 274669"/>
              <a:gd name="connsiteX8" fmla="*/ 875862 w 3990428"/>
              <a:gd name="connsiteY8" fmla="*/ 245842 h 274669"/>
              <a:gd name="connsiteX9" fmla="*/ 980966 w 3990428"/>
              <a:gd name="connsiteY9" fmla="*/ 252849 h 274669"/>
              <a:gd name="connsiteX10" fmla="*/ 1107090 w 3990428"/>
              <a:gd name="connsiteY10" fmla="*/ 242339 h 274669"/>
              <a:gd name="connsiteX11" fmla="*/ 1212193 w 3990428"/>
              <a:gd name="connsiteY11" fmla="*/ 193290 h 274669"/>
              <a:gd name="connsiteX12" fmla="*/ 1289269 w 3990428"/>
              <a:gd name="connsiteY12" fmla="*/ 126725 h 274669"/>
              <a:gd name="connsiteX13" fmla="*/ 1404883 w 3990428"/>
              <a:gd name="connsiteY13" fmla="*/ 49649 h 274669"/>
              <a:gd name="connsiteX14" fmla="*/ 1552028 w 3990428"/>
              <a:gd name="connsiteY14" fmla="*/ 18118 h 274669"/>
              <a:gd name="connsiteX15" fmla="*/ 1671145 w 3990428"/>
              <a:gd name="connsiteY15" fmla="*/ 21621 h 274669"/>
              <a:gd name="connsiteX16" fmla="*/ 1765738 w 3990428"/>
              <a:gd name="connsiteY16" fmla="*/ 39139 h 274669"/>
              <a:gd name="connsiteX17" fmla="*/ 1874345 w 3990428"/>
              <a:gd name="connsiteY17" fmla="*/ 84684 h 274669"/>
              <a:gd name="connsiteX18" fmla="*/ 2010980 w 3990428"/>
              <a:gd name="connsiteY18" fmla="*/ 193290 h 274669"/>
              <a:gd name="connsiteX19" fmla="*/ 2070538 w 3990428"/>
              <a:gd name="connsiteY19" fmla="*/ 235332 h 274669"/>
              <a:gd name="connsiteX20" fmla="*/ 2179145 w 3990428"/>
              <a:gd name="connsiteY20" fmla="*/ 266863 h 274669"/>
              <a:gd name="connsiteX21" fmla="*/ 2298262 w 3990428"/>
              <a:gd name="connsiteY21" fmla="*/ 273870 h 274669"/>
              <a:gd name="connsiteX22" fmla="*/ 2399862 w 3990428"/>
              <a:gd name="connsiteY22" fmla="*/ 252849 h 274669"/>
              <a:gd name="connsiteX23" fmla="*/ 2525987 w 3990428"/>
              <a:gd name="connsiteY23" fmla="*/ 182780 h 274669"/>
              <a:gd name="connsiteX24" fmla="*/ 2617076 w 3990428"/>
              <a:gd name="connsiteY24" fmla="*/ 109208 h 274669"/>
              <a:gd name="connsiteX25" fmla="*/ 2704662 w 3990428"/>
              <a:gd name="connsiteY25" fmla="*/ 60159 h 274669"/>
              <a:gd name="connsiteX26" fmla="*/ 2813269 w 3990428"/>
              <a:gd name="connsiteY26" fmla="*/ 32132 h 274669"/>
              <a:gd name="connsiteX27" fmla="*/ 2900856 w 3990428"/>
              <a:gd name="connsiteY27" fmla="*/ 28628 h 274669"/>
              <a:gd name="connsiteX28" fmla="*/ 3019973 w 3990428"/>
              <a:gd name="connsiteY28" fmla="*/ 42642 h 274669"/>
              <a:gd name="connsiteX29" fmla="*/ 3121573 w 3990428"/>
              <a:gd name="connsiteY29" fmla="*/ 95194 h 274669"/>
              <a:gd name="connsiteX30" fmla="*/ 3156607 w 3990428"/>
              <a:gd name="connsiteY30" fmla="*/ 123221 h 274669"/>
              <a:gd name="connsiteX31" fmla="*/ 3230180 w 3990428"/>
              <a:gd name="connsiteY31" fmla="*/ 172270 h 274669"/>
              <a:gd name="connsiteX32" fmla="*/ 3310759 w 3990428"/>
              <a:gd name="connsiteY32" fmla="*/ 221318 h 274669"/>
              <a:gd name="connsiteX33" fmla="*/ 3405352 w 3990428"/>
              <a:gd name="connsiteY33" fmla="*/ 256352 h 274669"/>
              <a:gd name="connsiteX34" fmla="*/ 3496442 w 3990428"/>
              <a:gd name="connsiteY34" fmla="*/ 266863 h 274669"/>
              <a:gd name="connsiteX35" fmla="*/ 3591035 w 3990428"/>
              <a:gd name="connsiteY35" fmla="*/ 266863 h 274669"/>
              <a:gd name="connsiteX36" fmla="*/ 3696138 w 3990428"/>
              <a:gd name="connsiteY36" fmla="*/ 249346 h 274669"/>
              <a:gd name="connsiteX37" fmla="*/ 3776718 w 3990428"/>
              <a:gd name="connsiteY37" fmla="*/ 207304 h 274669"/>
              <a:gd name="connsiteX38" fmla="*/ 3990428 w 3990428"/>
              <a:gd name="connsiteY38" fmla="*/ 49648 h 274669"/>
              <a:gd name="connsiteX0" fmla="*/ 0 w 3990428"/>
              <a:gd name="connsiteY0" fmla="*/ 130228 h 274669"/>
              <a:gd name="connsiteX1" fmla="*/ 108607 w 3990428"/>
              <a:gd name="connsiteY1" fmla="*/ 49649 h 274669"/>
              <a:gd name="connsiteX2" fmla="*/ 217214 w 3990428"/>
              <a:gd name="connsiteY2" fmla="*/ 11111 h 274669"/>
              <a:gd name="connsiteX3" fmla="*/ 353849 w 3990428"/>
              <a:gd name="connsiteY3" fmla="*/ 601 h 274669"/>
              <a:gd name="connsiteX4" fmla="*/ 476469 w 3990428"/>
              <a:gd name="connsiteY4" fmla="*/ 25125 h 274669"/>
              <a:gd name="connsiteX5" fmla="*/ 581573 w 3990428"/>
              <a:gd name="connsiteY5" fmla="*/ 63663 h 274669"/>
              <a:gd name="connsiteX6" fmla="*/ 651642 w 3990428"/>
              <a:gd name="connsiteY6" fmla="*/ 119718 h 274669"/>
              <a:gd name="connsiteX7" fmla="*/ 770759 w 3990428"/>
              <a:gd name="connsiteY7" fmla="*/ 207304 h 274669"/>
              <a:gd name="connsiteX8" fmla="*/ 875862 w 3990428"/>
              <a:gd name="connsiteY8" fmla="*/ 245842 h 274669"/>
              <a:gd name="connsiteX9" fmla="*/ 980966 w 3990428"/>
              <a:gd name="connsiteY9" fmla="*/ 252849 h 274669"/>
              <a:gd name="connsiteX10" fmla="*/ 1107090 w 3990428"/>
              <a:gd name="connsiteY10" fmla="*/ 242339 h 274669"/>
              <a:gd name="connsiteX11" fmla="*/ 1212193 w 3990428"/>
              <a:gd name="connsiteY11" fmla="*/ 193290 h 274669"/>
              <a:gd name="connsiteX12" fmla="*/ 1289269 w 3990428"/>
              <a:gd name="connsiteY12" fmla="*/ 126725 h 274669"/>
              <a:gd name="connsiteX13" fmla="*/ 1404883 w 3990428"/>
              <a:gd name="connsiteY13" fmla="*/ 49649 h 274669"/>
              <a:gd name="connsiteX14" fmla="*/ 1552028 w 3990428"/>
              <a:gd name="connsiteY14" fmla="*/ 18118 h 274669"/>
              <a:gd name="connsiteX15" fmla="*/ 1671145 w 3990428"/>
              <a:gd name="connsiteY15" fmla="*/ 21621 h 274669"/>
              <a:gd name="connsiteX16" fmla="*/ 1765738 w 3990428"/>
              <a:gd name="connsiteY16" fmla="*/ 39139 h 274669"/>
              <a:gd name="connsiteX17" fmla="*/ 1874345 w 3990428"/>
              <a:gd name="connsiteY17" fmla="*/ 84684 h 274669"/>
              <a:gd name="connsiteX18" fmla="*/ 2010980 w 3990428"/>
              <a:gd name="connsiteY18" fmla="*/ 193290 h 274669"/>
              <a:gd name="connsiteX19" fmla="*/ 2070538 w 3990428"/>
              <a:gd name="connsiteY19" fmla="*/ 235332 h 274669"/>
              <a:gd name="connsiteX20" fmla="*/ 2179145 w 3990428"/>
              <a:gd name="connsiteY20" fmla="*/ 266863 h 274669"/>
              <a:gd name="connsiteX21" fmla="*/ 2298262 w 3990428"/>
              <a:gd name="connsiteY21" fmla="*/ 273870 h 274669"/>
              <a:gd name="connsiteX22" fmla="*/ 2399862 w 3990428"/>
              <a:gd name="connsiteY22" fmla="*/ 252849 h 274669"/>
              <a:gd name="connsiteX23" fmla="*/ 2525987 w 3990428"/>
              <a:gd name="connsiteY23" fmla="*/ 182780 h 274669"/>
              <a:gd name="connsiteX24" fmla="*/ 2617076 w 3990428"/>
              <a:gd name="connsiteY24" fmla="*/ 109208 h 274669"/>
              <a:gd name="connsiteX25" fmla="*/ 2704662 w 3990428"/>
              <a:gd name="connsiteY25" fmla="*/ 60159 h 274669"/>
              <a:gd name="connsiteX26" fmla="*/ 2813269 w 3990428"/>
              <a:gd name="connsiteY26" fmla="*/ 32132 h 274669"/>
              <a:gd name="connsiteX27" fmla="*/ 2900856 w 3990428"/>
              <a:gd name="connsiteY27" fmla="*/ 28628 h 274669"/>
              <a:gd name="connsiteX28" fmla="*/ 3019973 w 3990428"/>
              <a:gd name="connsiteY28" fmla="*/ 42642 h 274669"/>
              <a:gd name="connsiteX29" fmla="*/ 3121573 w 3990428"/>
              <a:gd name="connsiteY29" fmla="*/ 95194 h 274669"/>
              <a:gd name="connsiteX30" fmla="*/ 3156607 w 3990428"/>
              <a:gd name="connsiteY30" fmla="*/ 123221 h 274669"/>
              <a:gd name="connsiteX31" fmla="*/ 3230180 w 3990428"/>
              <a:gd name="connsiteY31" fmla="*/ 172270 h 274669"/>
              <a:gd name="connsiteX32" fmla="*/ 3310759 w 3990428"/>
              <a:gd name="connsiteY32" fmla="*/ 221318 h 274669"/>
              <a:gd name="connsiteX33" fmla="*/ 3405352 w 3990428"/>
              <a:gd name="connsiteY33" fmla="*/ 256352 h 274669"/>
              <a:gd name="connsiteX34" fmla="*/ 3496442 w 3990428"/>
              <a:gd name="connsiteY34" fmla="*/ 266863 h 274669"/>
              <a:gd name="connsiteX35" fmla="*/ 3591035 w 3990428"/>
              <a:gd name="connsiteY35" fmla="*/ 266863 h 274669"/>
              <a:gd name="connsiteX36" fmla="*/ 3696138 w 3990428"/>
              <a:gd name="connsiteY36" fmla="*/ 249346 h 274669"/>
              <a:gd name="connsiteX37" fmla="*/ 3857411 w 3990428"/>
              <a:gd name="connsiteY37" fmla="*/ 144711 h 274669"/>
              <a:gd name="connsiteX38" fmla="*/ 3990428 w 3990428"/>
              <a:gd name="connsiteY38" fmla="*/ 49648 h 274669"/>
              <a:gd name="connsiteX0" fmla="*/ 0 w 4084569"/>
              <a:gd name="connsiteY0" fmla="*/ 130228 h 274669"/>
              <a:gd name="connsiteX1" fmla="*/ 108607 w 4084569"/>
              <a:gd name="connsiteY1" fmla="*/ 49649 h 274669"/>
              <a:gd name="connsiteX2" fmla="*/ 217214 w 4084569"/>
              <a:gd name="connsiteY2" fmla="*/ 11111 h 274669"/>
              <a:gd name="connsiteX3" fmla="*/ 353849 w 4084569"/>
              <a:gd name="connsiteY3" fmla="*/ 601 h 274669"/>
              <a:gd name="connsiteX4" fmla="*/ 476469 w 4084569"/>
              <a:gd name="connsiteY4" fmla="*/ 25125 h 274669"/>
              <a:gd name="connsiteX5" fmla="*/ 581573 w 4084569"/>
              <a:gd name="connsiteY5" fmla="*/ 63663 h 274669"/>
              <a:gd name="connsiteX6" fmla="*/ 651642 w 4084569"/>
              <a:gd name="connsiteY6" fmla="*/ 119718 h 274669"/>
              <a:gd name="connsiteX7" fmla="*/ 770759 w 4084569"/>
              <a:gd name="connsiteY7" fmla="*/ 207304 h 274669"/>
              <a:gd name="connsiteX8" fmla="*/ 875862 w 4084569"/>
              <a:gd name="connsiteY8" fmla="*/ 245842 h 274669"/>
              <a:gd name="connsiteX9" fmla="*/ 980966 w 4084569"/>
              <a:gd name="connsiteY9" fmla="*/ 252849 h 274669"/>
              <a:gd name="connsiteX10" fmla="*/ 1107090 w 4084569"/>
              <a:gd name="connsiteY10" fmla="*/ 242339 h 274669"/>
              <a:gd name="connsiteX11" fmla="*/ 1212193 w 4084569"/>
              <a:gd name="connsiteY11" fmla="*/ 193290 h 274669"/>
              <a:gd name="connsiteX12" fmla="*/ 1289269 w 4084569"/>
              <a:gd name="connsiteY12" fmla="*/ 126725 h 274669"/>
              <a:gd name="connsiteX13" fmla="*/ 1404883 w 4084569"/>
              <a:gd name="connsiteY13" fmla="*/ 49649 h 274669"/>
              <a:gd name="connsiteX14" fmla="*/ 1552028 w 4084569"/>
              <a:gd name="connsiteY14" fmla="*/ 18118 h 274669"/>
              <a:gd name="connsiteX15" fmla="*/ 1671145 w 4084569"/>
              <a:gd name="connsiteY15" fmla="*/ 21621 h 274669"/>
              <a:gd name="connsiteX16" fmla="*/ 1765738 w 4084569"/>
              <a:gd name="connsiteY16" fmla="*/ 39139 h 274669"/>
              <a:gd name="connsiteX17" fmla="*/ 1874345 w 4084569"/>
              <a:gd name="connsiteY17" fmla="*/ 84684 h 274669"/>
              <a:gd name="connsiteX18" fmla="*/ 2010980 w 4084569"/>
              <a:gd name="connsiteY18" fmla="*/ 193290 h 274669"/>
              <a:gd name="connsiteX19" fmla="*/ 2070538 w 4084569"/>
              <a:gd name="connsiteY19" fmla="*/ 235332 h 274669"/>
              <a:gd name="connsiteX20" fmla="*/ 2179145 w 4084569"/>
              <a:gd name="connsiteY20" fmla="*/ 266863 h 274669"/>
              <a:gd name="connsiteX21" fmla="*/ 2298262 w 4084569"/>
              <a:gd name="connsiteY21" fmla="*/ 273870 h 274669"/>
              <a:gd name="connsiteX22" fmla="*/ 2399862 w 4084569"/>
              <a:gd name="connsiteY22" fmla="*/ 252849 h 274669"/>
              <a:gd name="connsiteX23" fmla="*/ 2525987 w 4084569"/>
              <a:gd name="connsiteY23" fmla="*/ 182780 h 274669"/>
              <a:gd name="connsiteX24" fmla="*/ 2617076 w 4084569"/>
              <a:gd name="connsiteY24" fmla="*/ 109208 h 274669"/>
              <a:gd name="connsiteX25" fmla="*/ 2704662 w 4084569"/>
              <a:gd name="connsiteY25" fmla="*/ 60159 h 274669"/>
              <a:gd name="connsiteX26" fmla="*/ 2813269 w 4084569"/>
              <a:gd name="connsiteY26" fmla="*/ 32132 h 274669"/>
              <a:gd name="connsiteX27" fmla="*/ 2900856 w 4084569"/>
              <a:gd name="connsiteY27" fmla="*/ 28628 h 274669"/>
              <a:gd name="connsiteX28" fmla="*/ 3019973 w 4084569"/>
              <a:gd name="connsiteY28" fmla="*/ 42642 h 274669"/>
              <a:gd name="connsiteX29" fmla="*/ 3121573 w 4084569"/>
              <a:gd name="connsiteY29" fmla="*/ 95194 h 274669"/>
              <a:gd name="connsiteX30" fmla="*/ 3156607 w 4084569"/>
              <a:gd name="connsiteY30" fmla="*/ 123221 h 274669"/>
              <a:gd name="connsiteX31" fmla="*/ 3230180 w 4084569"/>
              <a:gd name="connsiteY31" fmla="*/ 172270 h 274669"/>
              <a:gd name="connsiteX32" fmla="*/ 3310759 w 4084569"/>
              <a:gd name="connsiteY32" fmla="*/ 221318 h 274669"/>
              <a:gd name="connsiteX33" fmla="*/ 3405352 w 4084569"/>
              <a:gd name="connsiteY33" fmla="*/ 256352 h 274669"/>
              <a:gd name="connsiteX34" fmla="*/ 3496442 w 4084569"/>
              <a:gd name="connsiteY34" fmla="*/ 266863 h 274669"/>
              <a:gd name="connsiteX35" fmla="*/ 3591035 w 4084569"/>
              <a:gd name="connsiteY35" fmla="*/ 266863 h 274669"/>
              <a:gd name="connsiteX36" fmla="*/ 3696138 w 4084569"/>
              <a:gd name="connsiteY36" fmla="*/ 249346 h 274669"/>
              <a:gd name="connsiteX37" fmla="*/ 3857411 w 4084569"/>
              <a:gd name="connsiteY37" fmla="*/ 144711 h 274669"/>
              <a:gd name="connsiteX38" fmla="*/ 4084569 w 4084569"/>
              <a:gd name="connsiteY38" fmla="*/ 44205 h 274669"/>
              <a:gd name="connsiteX0" fmla="*/ 0 w 4102501"/>
              <a:gd name="connsiteY0" fmla="*/ 130228 h 274669"/>
              <a:gd name="connsiteX1" fmla="*/ 108607 w 4102501"/>
              <a:gd name="connsiteY1" fmla="*/ 49649 h 274669"/>
              <a:gd name="connsiteX2" fmla="*/ 217214 w 4102501"/>
              <a:gd name="connsiteY2" fmla="*/ 11111 h 274669"/>
              <a:gd name="connsiteX3" fmla="*/ 353849 w 4102501"/>
              <a:gd name="connsiteY3" fmla="*/ 601 h 274669"/>
              <a:gd name="connsiteX4" fmla="*/ 476469 w 4102501"/>
              <a:gd name="connsiteY4" fmla="*/ 25125 h 274669"/>
              <a:gd name="connsiteX5" fmla="*/ 581573 w 4102501"/>
              <a:gd name="connsiteY5" fmla="*/ 63663 h 274669"/>
              <a:gd name="connsiteX6" fmla="*/ 651642 w 4102501"/>
              <a:gd name="connsiteY6" fmla="*/ 119718 h 274669"/>
              <a:gd name="connsiteX7" fmla="*/ 770759 w 4102501"/>
              <a:gd name="connsiteY7" fmla="*/ 207304 h 274669"/>
              <a:gd name="connsiteX8" fmla="*/ 875862 w 4102501"/>
              <a:gd name="connsiteY8" fmla="*/ 245842 h 274669"/>
              <a:gd name="connsiteX9" fmla="*/ 980966 w 4102501"/>
              <a:gd name="connsiteY9" fmla="*/ 252849 h 274669"/>
              <a:gd name="connsiteX10" fmla="*/ 1107090 w 4102501"/>
              <a:gd name="connsiteY10" fmla="*/ 242339 h 274669"/>
              <a:gd name="connsiteX11" fmla="*/ 1212193 w 4102501"/>
              <a:gd name="connsiteY11" fmla="*/ 193290 h 274669"/>
              <a:gd name="connsiteX12" fmla="*/ 1289269 w 4102501"/>
              <a:gd name="connsiteY12" fmla="*/ 126725 h 274669"/>
              <a:gd name="connsiteX13" fmla="*/ 1404883 w 4102501"/>
              <a:gd name="connsiteY13" fmla="*/ 49649 h 274669"/>
              <a:gd name="connsiteX14" fmla="*/ 1552028 w 4102501"/>
              <a:gd name="connsiteY14" fmla="*/ 18118 h 274669"/>
              <a:gd name="connsiteX15" fmla="*/ 1671145 w 4102501"/>
              <a:gd name="connsiteY15" fmla="*/ 21621 h 274669"/>
              <a:gd name="connsiteX16" fmla="*/ 1765738 w 4102501"/>
              <a:gd name="connsiteY16" fmla="*/ 39139 h 274669"/>
              <a:gd name="connsiteX17" fmla="*/ 1874345 w 4102501"/>
              <a:gd name="connsiteY17" fmla="*/ 84684 h 274669"/>
              <a:gd name="connsiteX18" fmla="*/ 2010980 w 4102501"/>
              <a:gd name="connsiteY18" fmla="*/ 193290 h 274669"/>
              <a:gd name="connsiteX19" fmla="*/ 2070538 w 4102501"/>
              <a:gd name="connsiteY19" fmla="*/ 235332 h 274669"/>
              <a:gd name="connsiteX20" fmla="*/ 2179145 w 4102501"/>
              <a:gd name="connsiteY20" fmla="*/ 266863 h 274669"/>
              <a:gd name="connsiteX21" fmla="*/ 2298262 w 4102501"/>
              <a:gd name="connsiteY21" fmla="*/ 273870 h 274669"/>
              <a:gd name="connsiteX22" fmla="*/ 2399862 w 4102501"/>
              <a:gd name="connsiteY22" fmla="*/ 252849 h 274669"/>
              <a:gd name="connsiteX23" fmla="*/ 2525987 w 4102501"/>
              <a:gd name="connsiteY23" fmla="*/ 182780 h 274669"/>
              <a:gd name="connsiteX24" fmla="*/ 2617076 w 4102501"/>
              <a:gd name="connsiteY24" fmla="*/ 109208 h 274669"/>
              <a:gd name="connsiteX25" fmla="*/ 2704662 w 4102501"/>
              <a:gd name="connsiteY25" fmla="*/ 60159 h 274669"/>
              <a:gd name="connsiteX26" fmla="*/ 2813269 w 4102501"/>
              <a:gd name="connsiteY26" fmla="*/ 32132 h 274669"/>
              <a:gd name="connsiteX27" fmla="*/ 2900856 w 4102501"/>
              <a:gd name="connsiteY27" fmla="*/ 28628 h 274669"/>
              <a:gd name="connsiteX28" fmla="*/ 3019973 w 4102501"/>
              <a:gd name="connsiteY28" fmla="*/ 42642 h 274669"/>
              <a:gd name="connsiteX29" fmla="*/ 3121573 w 4102501"/>
              <a:gd name="connsiteY29" fmla="*/ 95194 h 274669"/>
              <a:gd name="connsiteX30" fmla="*/ 3156607 w 4102501"/>
              <a:gd name="connsiteY30" fmla="*/ 123221 h 274669"/>
              <a:gd name="connsiteX31" fmla="*/ 3230180 w 4102501"/>
              <a:gd name="connsiteY31" fmla="*/ 172270 h 274669"/>
              <a:gd name="connsiteX32" fmla="*/ 3310759 w 4102501"/>
              <a:gd name="connsiteY32" fmla="*/ 221318 h 274669"/>
              <a:gd name="connsiteX33" fmla="*/ 3405352 w 4102501"/>
              <a:gd name="connsiteY33" fmla="*/ 256352 h 274669"/>
              <a:gd name="connsiteX34" fmla="*/ 3496442 w 4102501"/>
              <a:gd name="connsiteY34" fmla="*/ 266863 h 274669"/>
              <a:gd name="connsiteX35" fmla="*/ 3591035 w 4102501"/>
              <a:gd name="connsiteY35" fmla="*/ 266863 h 274669"/>
              <a:gd name="connsiteX36" fmla="*/ 3696138 w 4102501"/>
              <a:gd name="connsiteY36" fmla="*/ 249346 h 274669"/>
              <a:gd name="connsiteX37" fmla="*/ 3857411 w 4102501"/>
              <a:gd name="connsiteY37" fmla="*/ 144711 h 274669"/>
              <a:gd name="connsiteX38" fmla="*/ 4102501 w 4102501"/>
              <a:gd name="connsiteY38" fmla="*/ 95912 h 274669"/>
              <a:gd name="connsiteX0" fmla="*/ 0 w 4093535"/>
              <a:gd name="connsiteY0" fmla="*/ 130228 h 274669"/>
              <a:gd name="connsiteX1" fmla="*/ 108607 w 4093535"/>
              <a:gd name="connsiteY1" fmla="*/ 49649 h 274669"/>
              <a:gd name="connsiteX2" fmla="*/ 217214 w 4093535"/>
              <a:gd name="connsiteY2" fmla="*/ 11111 h 274669"/>
              <a:gd name="connsiteX3" fmla="*/ 353849 w 4093535"/>
              <a:gd name="connsiteY3" fmla="*/ 601 h 274669"/>
              <a:gd name="connsiteX4" fmla="*/ 476469 w 4093535"/>
              <a:gd name="connsiteY4" fmla="*/ 25125 h 274669"/>
              <a:gd name="connsiteX5" fmla="*/ 581573 w 4093535"/>
              <a:gd name="connsiteY5" fmla="*/ 63663 h 274669"/>
              <a:gd name="connsiteX6" fmla="*/ 651642 w 4093535"/>
              <a:gd name="connsiteY6" fmla="*/ 119718 h 274669"/>
              <a:gd name="connsiteX7" fmla="*/ 770759 w 4093535"/>
              <a:gd name="connsiteY7" fmla="*/ 207304 h 274669"/>
              <a:gd name="connsiteX8" fmla="*/ 875862 w 4093535"/>
              <a:gd name="connsiteY8" fmla="*/ 245842 h 274669"/>
              <a:gd name="connsiteX9" fmla="*/ 980966 w 4093535"/>
              <a:gd name="connsiteY9" fmla="*/ 252849 h 274669"/>
              <a:gd name="connsiteX10" fmla="*/ 1107090 w 4093535"/>
              <a:gd name="connsiteY10" fmla="*/ 242339 h 274669"/>
              <a:gd name="connsiteX11" fmla="*/ 1212193 w 4093535"/>
              <a:gd name="connsiteY11" fmla="*/ 193290 h 274669"/>
              <a:gd name="connsiteX12" fmla="*/ 1289269 w 4093535"/>
              <a:gd name="connsiteY12" fmla="*/ 126725 h 274669"/>
              <a:gd name="connsiteX13" fmla="*/ 1404883 w 4093535"/>
              <a:gd name="connsiteY13" fmla="*/ 49649 h 274669"/>
              <a:gd name="connsiteX14" fmla="*/ 1552028 w 4093535"/>
              <a:gd name="connsiteY14" fmla="*/ 18118 h 274669"/>
              <a:gd name="connsiteX15" fmla="*/ 1671145 w 4093535"/>
              <a:gd name="connsiteY15" fmla="*/ 21621 h 274669"/>
              <a:gd name="connsiteX16" fmla="*/ 1765738 w 4093535"/>
              <a:gd name="connsiteY16" fmla="*/ 39139 h 274669"/>
              <a:gd name="connsiteX17" fmla="*/ 1874345 w 4093535"/>
              <a:gd name="connsiteY17" fmla="*/ 84684 h 274669"/>
              <a:gd name="connsiteX18" fmla="*/ 2010980 w 4093535"/>
              <a:gd name="connsiteY18" fmla="*/ 193290 h 274669"/>
              <a:gd name="connsiteX19" fmla="*/ 2070538 w 4093535"/>
              <a:gd name="connsiteY19" fmla="*/ 235332 h 274669"/>
              <a:gd name="connsiteX20" fmla="*/ 2179145 w 4093535"/>
              <a:gd name="connsiteY20" fmla="*/ 266863 h 274669"/>
              <a:gd name="connsiteX21" fmla="*/ 2298262 w 4093535"/>
              <a:gd name="connsiteY21" fmla="*/ 273870 h 274669"/>
              <a:gd name="connsiteX22" fmla="*/ 2399862 w 4093535"/>
              <a:gd name="connsiteY22" fmla="*/ 252849 h 274669"/>
              <a:gd name="connsiteX23" fmla="*/ 2525987 w 4093535"/>
              <a:gd name="connsiteY23" fmla="*/ 182780 h 274669"/>
              <a:gd name="connsiteX24" fmla="*/ 2617076 w 4093535"/>
              <a:gd name="connsiteY24" fmla="*/ 109208 h 274669"/>
              <a:gd name="connsiteX25" fmla="*/ 2704662 w 4093535"/>
              <a:gd name="connsiteY25" fmla="*/ 60159 h 274669"/>
              <a:gd name="connsiteX26" fmla="*/ 2813269 w 4093535"/>
              <a:gd name="connsiteY26" fmla="*/ 32132 h 274669"/>
              <a:gd name="connsiteX27" fmla="*/ 2900856 w 4093535"/>
              <a:gd name="connsiteY27" fmla="*/ 28628 h 274669"/>
              <a:gd name="connsiteX28" fmla="*/ 3019973 w 4093535"/>
              <a:gd name="connsiteY28" fmla="*/ 42642 h 274669"/>
              <a:gd name="connsiteX29" fmla="*/ 3121573 w 4093535"/>
              <a:gd name="connsiteY29" fmla="*/ 95194 h 274669"/>
              <a:gd name="connsiteX30" fmla="*/ 3156607 w 4093535"/>
              <a:gd name="connsiteY30" fmla="*/ 123221 h 274669"/>
              <a:gd name="connsiteX31" fmla="*/ 3230180 w 4093535"/>
              <a:gd name="connsiteY31" fmla="*/ 172270 h 274669"/>
              <a:gd name="connsiteX32" fmla="*/ 3310759 w 4093535"/>
              <a:gd name="connsiteY32" fmla="*/ 221318 h 274669"/>
              <a:gd name="connsiteX33" fmla="*/ 3405352 w 4093535"/>
              <a:gd name="connsiteY33" fmla="*/ 256352 h 274669"/>
              <a:gd name="connsiteX34" fmla="*/ 3496442 w 4093535"/>
              <a:gd name="connsiteY34" fmla="*/ 266863 h 274669"/>
              <a:gd name="connsiteX35" fmla="*/ 3591035 w 4093535"/>
              <a:gd name="connsiteY35" fmla="*/ 266863 h 274669"/>
              <a:gd name="connsiteX36" fmla="*/ 3696138 w 4093535"/>
              <a:gd name="connsiteY36" fmla="*/ 249346 h 274669"/>
              <a:gd name="connsiteX37" fmla="*/ 3857411 w 4093535"/>
              <a:gd name="connsiteY37" fmla="*/ 144711 h 274669"/>
              <a:gd name="connsiteX38" fmla="*/ 4093535 w 4093535"/>
              <a:gd name="connsiteY38" fmla="*/ 60534 h 274669"/>
              <a:gd name="connsiteX0" fmla="*/ 0 w 4039740"/>
              <a:gd name="connsiteY0" fmla="*/ 130228 h 274669"/>
              <a:gd name="connsiteX1" fmla="*/ 108607 w 4039740"/>
              <a:gd name="connsiteY1" fmla="*/ 49649 h 274669"/>
              <a:gd name="connsiteX2" fmla="*/ 217214 w 4039740"/>
              <a:gd name="connsiteY2" fmla="*/ 11111 h 274669"/>
              <a:gd name="connsiteX3" fmla="*/ 353849 w 4039740"/>
              <a:gd name="connsiteY3" fmla="*/ 601 h 274669"/>
              <a:gd name="connsiteX4" fmla="*/ 476469 w 4039740"/>
              <a:gd name="connsiteY4" fmla="*/ 25125 h 274669"/>
              <a:gd name="connsiteX5" fmla="*/ 581573 w 4039740"/>
              <a:gd name="connsiteY5" fmla="*/ 63663 h 274669"/>
              <a:gd name="connsiteX6" fmla="*/ 651642 w 4039740"/>
              <a:gd name="connsiteY6" fmla="*/ 119718 h 274669"/>
              <a:gd name="connsiteX7" fmla="*/ 770759 w 4039740"/>
              <a:gd name="connsiteY7" fmla="*/ 207304 h 274669"/>
              <a:gd name="connsiteX8" fmla="*/ 875862 w 4039740"/>
              <a:gd name="connsiteY8" fmla="*/ 245842 h 274669"/>
              <a:gd name="connsiteX9" fmla="*/ 980966 w 4039740"/>
              <a:gd name="connsiteY9" fmla="*/ 252849 h 274669"/>
              <a:gd name="connsiteX10" fmla="*/ 1107090 w 4039740"/>
              <a:gd name="connsiteY10" fmla="*/ 242339 h 274669"/>
              <a:gd name="connsiteX11" fmla="*/ 1212193 w 4039740"/>
              <a:gd name="connsiteY11" fmla="*/ 193290 h 274669"/>
              <a:gd name="connsiteX12" fmla="*/ 1289269 w 4039740"/>
              <a:gd name="connsiteY12" fmla="*/ 126725 h 274669"/>
              <a:gd name="connsiteX13" fmla="*/ 1404883 w 4039740"/>
              <a:gd name="connsiteY13" fmla="*/ 49649 h 274669"/>
              <a:gd name="connsiteX14" fmla="*/ 1552028 w 4039740"/>
              <a:gd name="connsiteY14" fmla="*/ 18118 h 274669"/>
              <a:gd name="connsiteX15" fmla="*/ 1671145 w 4039740"/>
              <a:gd name="connsiteY15" fmla="*/ 21621 h 274669"/>
              <a:gd name="connsiteX16" fmla="*/ 1765738 w 4039740"/>
              <a:gd name="connsiteY16" fmla="*/ 39139 h 274669"/>
              <a:gd name="connsiteX17" fmla="*/ 1874345 w 4039740"/>
              <a:gd name="connsiteY17" fmla="*/ 84684 h 274669"/>
              <a:gd name="connsiteX18" fmla="*/ 2010980 w 4039740"/>
              <a:gd name="connsiteY18" fmla="*/ 193290 h 274669"/>
              <a:gd name="connsiteX19" fmla="*/ 2070538 w 4039740"/>
              <a:gd name="connsiteY19" fmla="*/ 235332 h 274669"/>
              <a:gd name="connsiteX20" fmla="*/ 2179145 w 4039740"/>
              <a:gd name="connsiteY20" fmla="*/ 266863 h 274669"/>
              <a:gd name="connsiteX21" fmla="*/ 2298262 w 4039740"/>
              <a:gd name="connsiteY21" fmla="*/ 273870 h 274669"/>
              <a:gd name="connsiteX22" fmla="*/ 2399862 w 4039740"/>
              <a:gd name="connsiteY22" fmla="*/ 252849 h 274669"/>
              <a:gd name="connsiteX23" fmla="*/ 2525987 w 4039740"/>
              <a:gd name="connsiteY23" fmla="*/ 182780 h 274669"/>
              <a:gd name="connsiteX24" fmla="*/ 2617076 w 4039740"/>
              <a:gd name="connsiteY24" fmla="*/ 109208 h 274669"/>
              <a:gd name="connsiteX25" fmla="*/ 2704662 w 4039740"/>
              <a:gd name="connsiteY25" fmla="*/ 60159 h 274669"/>
              <a:gd name="connsiteX26" fmla="*/ 2813269 w 4039740"/>
              <a:gd name="connsiteY26" fmla="*/ 32132 h 274669"/>
              <a:gd name="connsiteX27" fmla="*/ 2900856 w 4039740"/>
              <a:gd name="connsiteY27" fmla="*/ 28628 h 274669"/>
              <a:gd name="connsiteX28" fmla="*/ 3019973 w 4039740"/>
              <a:gd name="connsiteY28" fmla="*/ 42642 h 274669"/>
              <a:gd name="connsiteX29" fmla="*/ 3121573 w 4039740"/>
              <a:gd name="connsiteY29" fmla="*/ 95194 h 274669"/>
              <a:gd name="connsiteX30" fmla="*/ 3156607 w 4039740"/>
              <a:gd name="connsiteY30" fmla="*/ 123221 h 274669"/>
              <a:gd name="connsiteX31" fmla="*/ 3230180 w 4039740"/>
              <a:gd name="connsiteY31" fmla="*/ 172270 h 274669"/>
              <a:gd name="connsiteX32" fmla="*/ 3310759 w 4039740"/>
              <a:gd name="connsiteY32" fmla="*/ 221318 h 274669"/>
              <a:gd name="connsiteX33" fmla="*/ 3405352 w 4039740"/>
              <a:gd name="connsiteY33" fmla="*/ 256352 h 274669"/>
              <a:gd name="connsiteX34" fmla="*/ 3496442 w 4039740"/>
              <a:gd name="connsiteY34" fmla="*/ 266863 h 274669"/>
              <a:gd name="connsiteX35" fmla="*/ 3591035 w 4039740"/>
              <a:gd name="connsiteY35" fmla="*/ 266863 h 274669"/>
              <a:gd name="connsiteX36" fmla="*/ 3696138 w 4039740"/>
              <a:gd name="connsiteY36" fmla="*/ 249346 h 274669"/>
              <a:gd name="connsiteX37" fmla="*/ 3857411 w 4039740"/>
              <a:gd name="connsiteY37" fmla="*/ 144711 h 274669"/>
              <a:gd name="connsiteX38" fmla="*/ 4039740 w 4039740"/>
              <a:gd name="connsiteY38" fmla="*/ 41484 h 274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4039740" h="274669">
                <a:moveTo>
                  <a:pt x="0" y="130228"/>
                </a:moveTo>
                <a:cubicBezTo>
                  <a:pt x="36202" y="99865"/>
                  <a:pt x="72405" y="69502"/>
                  <a:pt x="108607" y="49649"/>
                </a:cubicBezTo>
                <a:cubicBezTo>
                  <a:pt x="144809" y="29796"/>
                  <a:pt x="176340" y="19286"/>
                  <a:pt x="217214" y="11111"/>
                </a:cubicBezTo>
                <a:cubicBezTo>
                  <a:pt x="258088" y="2936"/>
                  <a:pt x="310640" y="-1735"/>
                  <a:pt x="353849" y="601"/>
                </a:cubicBezTo>
                <a:cubicBezTo>
                  <a:pt x="397058" y="2937"/>
                  <a:pt x="438515" y="14615"/>
                  <a:pt x="476469" y="25125"/>
                </a:cubicBezTo>
                <a:cubicBezTo>
                  <a:pt x="514423" y="35635"/>
                  <a:pt x="552378" y="47897"/>
                  <a:pt x="581573" y="63663"/>
                </a:cubicBezTo>
                <a:cubicBezTo>
                  <a:pt x="610769" y="79428"/>
                  <a:pt x="620111" y="95778"/>
                  <a:pt x="651642" y="119718"/>
                </a:cubicBezTo>
                <a:cubicBezTo>
                  <a:pt x="683173" y="143658"/>
                  <a:pt x="733389" y="186283"/>
                  <a:pt x="770759" y="207304"/>
                </a:cubicBezTo>
                <a:cubicBezTo>
                  <a:pt x="808129" y="228325"/>
                  <a:pt x="840828" y="238251"/>
                  <a:pt x="875862" y="245842"/>
                </a:cubicBezTo>
                <a:cubicBezTo>
                  <a:pt x="910896" y="253433"/>
                  <a:pt x="942428" y="253433"/>
                  <a:pt x="980966" y="252849"/>
                </a:cubicBezTo>
                <a:cubicBezTo>
                  <a:pt x="1019504" y="252265"/>
                  <a:pt x="1068552" y="252266"/>
                  <a:pt x="1107090" y="242339"/>
                </a:cubicBezTo>
                <a:cubicBezTo>
                  <a:pt x="1145628" y="232413"/>
                  <a:pt x="1181830" y="212559"/>
                  <a:pt x="1212193" y="193290"/>
                </a:cubicBezTo>
                <a:cubicBezTo>
                  <a:pt x="1242556" y="174021"/>
                  <a:pt x="1257154" y="150665"/>
                  <a:pt x="1289269" y="126725"/>
                </a:cubicBezTo>
                <a:cubicBezTo>
                  <a:pt x="1321384" y="102785"/>
                  <a:pt x="1361090" y="67750"/>
                  <a:pt x="1404883" y="49649"/>
                </a:cubicBezTo>
                <a:cubicBezTo>
                  <a:pt x="1448676" y="31548"/>
                  <a:pt x="1507651" y="22789"/>
                  <a:pt x="1552028" y="18118"/>
                </a:cubicBezTo>
                <a:cubicBezTo>
                  <a:pt x="1596405" y="13447"/>
                  <a:pt x="1635527" y="18117"/>
                  <a:pt x="1671145" y="21621"/>
                </a:cubicBezTo>
                <a:cubicBezTo>
                  <a:pt x="1706763" y="25125"/>
                  <a:pt x="1731871" y="28628"/>
                  <a:pt x="1765738" y="39139"/>
                </a:cubicBezTo>
                <a:cubicBezTo>
                  <a:pt x="1799605" y="49650"/>
                  <a:pt x="1833471" y="58992"/>
                  <a:pt x="1874345" y="84684"/>
                </a:cubicBezTo>
                <a:cubicBezTo>
                  <a:pt x="1915219" y="110376"/>
                  <a:pt x="1978281" y="168182"/>
                  <a:pt x="2010980" y="193290"/>
                </a:cubicBezTo>
                <a:cubicBezTo>
                  <a:pt x="2043679" y="218398"/>
                  <a:pt x="2042511" y="223070"/>
                  <a:pt x="2070538" y="235332"/>
                </a:cubicBezTo>
                <a:cubicBezTo>
                  <a:pt x="2098566" y="247594"/>
                  <a:pt x="2141191" y="260440"/>
                  <a:pt x="2179145" y="266863"/>
                </a:cubicBezTo>
                <a:cubicBezTo>
                  <a:pt x="2217099" y="273286"/>
                  <a:pt x="2261476" y="276206"/>
                  <a:pt x="2298262" y="273870"/>
                </a:cubicBezTo>
                <a:cubicBezTo>
                  <a:pt x="2335048" y="271534"/>
                  <a:pt x="2361908" y="268031"/>
                  <a:pt x="2399862" y="252849"/>
                </a:cubicBezTo>
                <a:cubicBezTo>
                  <a:pt x="2437816" y="237667"/>
                  <a:pt x="2489785" y="206720"/>
                  <a:pt x="2525987" y="182780"/>
                </a:cubicBezTo>
                <a:cubicBezTo>
                  <a:pt x="2562189" y="158840"/>
                  <a:pt x="2587297" y="129645"/>
                  <a:pt x="2617076" y="109208"/>
                </a:cubicBezTo>
                <a:cubicBezTo>
                  <a:pt x="2646855" y="88771"/>
                  <a:pt x="2671963" y="73005"/>
                  <a:pt x="2704662" y="60159"/>
                </a:cubicBezTo>
                <a:cubicBezTo>
                  <a:pt x="2737361" y="47313"/>
                  <a:pt x="2780570" y="37387"/>
                  <a:pt x="2813269" y="32132"/>
                </a:cubicBezTo>
                <a:cubicBezTo>
                  <a:pt x="2845968" y="26877"/>
                  <a:pt x="2866405" y="26876"/>
                  <a:pt x="2900856" y="28628"/>
                </a:cubicBezTo>
                <a:cubicBezTo>
                  <a:pt x="2935307" y="30380"/>
                  <a:pt x="2983187" y="31548"/>
                  <a:pt x="3019973" y="42642"/>
                </a:cubicBezTo>
                <a:cubicBezTo>
                  <a:pt x="3056759" y="53736"/>
                  <a:pt x="3098801" y="81764"/>
                  <a:pt x="3121573" y="95194"/>
                </a:cubicBezTo>
                <a:cubicBezTo>
                  <a:pt x="3144345" y="108624"/>
                  <a:pt x="3138506" y="110375"/>
                  <a:pt x="3156607" y="123221"/>
                </a:cubicBezTo>
                <a:cubicBezTo>
                  <a:pt x="3174708" y="136067"/>
                  <a:pt x="3204488" y="155921"/>
                  <a:pt x="3230180" y="172270"/>
                </a:cubicBezTo>
                <a:cubicBezTo>
                  <a:pt x="3255872" y="188619"/>
                  <a:pt x="3281564" y="207304"/>
                  <a:pt x="3310759" y="221318"/>
                </a:cubicBezTo>
                <a:cubicBezTo>
                  <a:pt x="3339954" y="235332"/>
                  <a:pt x="3374405" y="248761"/>
                  <a:pt x="3405352" y="256352"/>
                </a:cubicBezTo>
                <a:cubicBezTo>
                  <a:pt x="3436299" y="263943"/>
                  <a:pt x="3465495" y="265111"/>
                  <a:pt x="3496442" y="266863"/>
                </a:cubicBezTo>
                <a:cubicBezTo>
                  <a:pt x="3527389" y="268615"/>
                  <a:pt x="3557752" y="269782"/>
                  <a:pt x="3591035" y="266863"/>
                </a:cubicBezTo>
                <a:cubicBezTo>
                  <a:pt x="3624318" y="263944"/>
                  <a:pt x="3651742" y="269705"/>
                  <a:pt x="3696138" y="249346"/>
                </a:cubicBezTo>
                <a:cubicBezTo>
                  <a:pt x="3740534" y="228987"/>
                  <a:pt x="3832887" y="159309"/>
                  <a:pt x="3857411" y="144711"/>
                </a:cubicBezTo>
                <a:cubicBezTo>
                  <a:pt x="3881935" y="130113"/>
                  <a:pt x="4018719" y="56957"/>
                  <a:pt x="4039740" y="41484"/>
                </a:cubicBezTo>
              </a:path>
            </a:pathLst>
          </a:custGeom>
          <a:noFill/>
          <a:ln w="76200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C18FD29B-305F-D2B5-2B2A-EC436970FC5E}"/>
              </a:ext>
            </a:extLst>
          </p:cNvPr>
          <p:cNvSpPr/>
          <p:nvPr/>
        </p:nvSpPr>
        <p:spPr>
          <a:xfrm>
            <a:off x="4914078" y="3291665"/>
            <a:ext cx="348656" cy="35277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2E8DD8B0-3A5A-E82B-6F26-05908AD082D7}"/>
              </a:ext>
            </a:extLst>
          </p:cNvPr>
          <p:cNvSpPr/>
          <p:nvPr/>
        </p:nvSpPr>
        <p:spPr>
          <a:xfrm>
            <a:off x="6655763" y="2601784"/>
            <a:ext cx="348656" cy="35277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5B637211-4E3A-05FE-C2F3-7BD045327A03}"/>
              </a:ext>
            </a:extLst>
          </p:cNvPr>
          <p:cNvSpPr/>
          <p:nvPr/>
        </p:nvSpPr>
        <p:spPr>
          <a:xfrm>
            <a:off x="7340178" y="1507275"/>
            <a:ext cx="348656" cy="35277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5EFC99C0-FBB5-E744-0628-1FC5D9391512}"/>
              </a:ext>
            </a:extLst>
          </p:cNvPr>
          <p:cNvSpPr/>
          <p:nvPr/>
        </p:nvSpPr>
        <p:spPr>
          <a:xfrm>
            <a:off x="7026147" y="4449980"/>
            <a:ext cx="348656" cy="35277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59A2B2D3-1412-6171-881E-7BE3DBC1D08C}"/>
              </a:ext>
            </a:extLst>
          </p:cNvPr>
          <p:cNvSpPr/>
          <p:nvPr/>
        </p:nvSpPr>
        <p:spPr>
          <a:xfrm>
            <a:off x="8262890" y="3213556"/>
            <a:ext cx="348656" cy="35277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90F45D80-05A3-D90F-ED54-634511179CE5}"/>
              </a:ext>
            </a:extLst>
          </p:cNvPr>
          <p:cNvSpPr/>
          <p:nvPr/>
        </p:nvSpPr>
        <p:spPr>
          <a:xfrm>
            <a:off x="8512272" y="4615900"/>
            <a:ext cx="348656" cy="35277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58EE8101-49B2-8A60-17F3-77F052E53C8C}"/>
              </a:ext>
            </a:extLst>
          </p:cNvPr>
          <p:cNvSpPr/>
          <p:nvPr/>
        </p:nvSpPr>
        <p:spPr>
          <a:xfrm>
            <a:off x="9446069" y="3937027"/>
            <a:ext cx="348656" cy="35277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32A46AC1-2691-EF4C-C918-3BA5E7A19577}"/>
              </a:ext>
            </a:extLst>
          </p:cNvPr>
          <p:cNvSpPr/>
          <p:nvPr/>
        </p:nvSpPr>
        <p:spPr>
          <a:xfrm>
            <a:off x="8793908" y="2425395"/>
            <a:ext cx="348656" cy="35277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C6228294-EEAC-DA15-A940-8E785D2EBA82}"/>
              </a:ext>
            </a:extLst>
          </p:cNvPr>
          <p:cNvSpPr/>
          <p:nvPr/>
        </p:nvSpPr>
        <p:spPr>
          <a:xfrm>
            <a:off x="7688834" y="4949720"/>
            <a:ext cx="348656" cy="35277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EBBE8FB6-BDBD-9A01-62E1-D100F9035C77}"/>
              </a:ext>
            </a:extLst>
          </p:cNvPr>
          <p:cNvSpPr/>
          <p:nvPr/>
        </p:nvSpPr>
        <p:spPr>
          <a:xfrm>
            <a:off x="5482542" y="995627"/>
            <a:ext cx="4870159" cy="4866746"/>
          </a:xfrm>
          <a:prstGeom prst="ellipse">
            <a:avLst/>
          </a:prstGeom>
          <a:noFill/>
          <a:ln w="889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5" name="Retângulo 54">
            <a:extLst>
              <a:ext uri="{FF2B5EF4-FFF2-40B4-BE49-F238E27FC236}">
                <a16:creationId xmlns:a16="http://schemas.microsoft.com/office/drawing/2014/main" id="{9921348A-34A1-2BD7-EBBB-39C133F25203}"/>
              </a:ext>
            </a:extLst>
          </p:cNvPr>
          <p:cNvSpPr/>
          <p:nvPr/>
        </p:nvSpPr>
        <p:spPr>
          <a:xfrm>
            <a:off x="5284961" y="3051822"/>
            <a:ext cx="418672" cy="84001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4" name="Conector reto 23">
            <a:extLst>
              <a:ext uri="{FF2B5EF4-FFF2-40B4-BE49-F238E27FC236}">
                <a16:creationId xmlns:a16="http://schemas.microsoft.com/office/drawing/2014/main" id="{71692640-63E5-DAB0-538D-21CB4186A199}"/>
              </a:ext>
            </a:extLst>
          </p:cNvPr>
          <p:cNvCxnSpPr>
            <a:cxnSpLocks/>
          </p:cNvCxnSpPr>
          <p:nvPr/>
        </p:nvCxnSpPr>
        <p:spPr>
          <a:xfrm flipV="1">
            <a:off x="5336771" y="2879834"/>
            <a:ext cx="1270732" cy="510111"/>
          </a:xfrm>
          <a:prstGeom prst="line">
            <a:avLst/>
          </a:prstGeom>
          <a:ln w="57150">
            <a:solidFill>
              <a:schemeClr val="tx2">
                <a:lumMod val="40000"/>
                <a:lumOff val="6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FC53AF8A-3D3A-D7CA-B7F2-267C42C135EB}"/>
              </a:ext>
            </a:extLst>
          </p:cNvPr>
          <p:cNvCxnSpPr>
            <a:cxnSpLocks/>
          </p:cNvCxnSpPr>
          <p:nvPr/>
        </p:nvCxnSpPr>
        <p:spPr>
          <a:xfrm flipV="1">
            <a:off x="5336771" y="3389945"/>
            <a:ext cx="2805243" cy="119411"/>
          </a:xfrm>
          <a:prstGeom prst="line">
            <a:avLst/>
          </a:prstGeom>
          <a:ln w="57150">
            <a:solidFill>
              <a:schemeClr val="tx2">
                <a:lumMod val="40000"/>
                <a:lumOff val="6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>
            <a:extLst>
              <a:ext uri="{FF2B5EF4-FFF2-40B4-BE49-F238E27FC236}">
                <a16:creationId xmlns:a16="http://schemas.microsoft.com/office/drawing/2014/main" id="{79C64CFE-5B9C-5B7C-4261-D39B179D757C}"/>
              </a:ext>
            </a:extLst>
          </p:cNvPr>
          <p:cNvCxnSpPr>
            <a:cxnSpLocks/>
          </p:cNvCxnSpPr>
          <p:nvPr/>
        </p:nvCxnSpPr>
        <p:spPr>
          <a:xfrm>
            <a:off x="5332283" y="3644443"/>
            <a:ext cx="1639579" cy="840011"/>
          </a:xfrm>
          <a:prstGeom prst="line">
            <a:avLst/>
          </a:prstGeom>
          <a:ln w="57150">
            <a:solidFill>
              <a:schemeClr val="tx2">
                <a:lumMod val="40000"/>
                <a:lumOff val="6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to 30">
            <a:extLst>
              <a:ext uri="{FF2B5EF4-FFF2-40B4-BE49-F238E27FC236}">
                <a16:creationId xmlns:a16="http://schemas.microsoft.com/office/drawing/2014/main" id="{4C5F031E-61E7-3323-D645-A6D8995E205B}"/>
              </a:ext>
            </a:extLst>
          </p:cNvPr>
          <p:cNvCxnSpPr>
            <a:cxnSpLocks/>
          </p:cNvCxnSpPr>
          <p:nvPr/>
        </p:nvCxnSpPr>
        <p:spPr>
          <a:xfrm>
            <a:off x="7415049" y="4792289"/>
            <a:ext cx="273785" cy="202352"/>
          </a:xfrm>
          <a:prstGeom prst="line">
            <a:avLst/>
          </a:prstGeom>
          <a:ln w="57150">
            <a:solidFill>
              <a:schemeClr val="tx2">
                <a:lumMod val="40000"/>
                <a:lumOff val="6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to 32">
            <a:extLst>
              <a:ext uri="{FF2B5EF4-FFF2-40B4-BE49-F238E27FC236}">
                <a16:creationId xmlns:a16="http://schemas.microsoft.com/office/drawing/2014/main" id="{4B940CDE-9155-A29A-3794-B543F810D960}"/>
              </a:ext>
            </a:extLst>
          </p:cNvPr>
          <p:cNvCxnSpPr>
            <a:cxnSpLocks/>
          </p:cNvCxnSpPr>
          <p:nvPr/>
        </p:nvCxnSpPr>
        <p:spPr>
          <a:xfrm flipV="1">
            <a:off x="7374803" y="3562108"/>
            <a:ext cx="888087" cy="922324"/>
          </a:xfrm>
          <a:prstGeom prst="line">
            <a:avLst/>
          </a:prstGeom>
          <a:ln w="57150">
            <a:solidFill>
              <a:schemeClr val="tx2">
                <a:lumMod val="40000"/>
                <a:lumOff val="6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>
            <a:extLst>
              <a:ext uri="{FF2B5EF4-FFF2-40B4-BE49-F238E27FC236}">
                <a16:creationId xmlns:a16="http://schemas.microsoft.com/office/drawing/2014/main" id="{F49AF541-6683-2915-A039-A4F8870B5020}"/>
              </a:ext>
            </a:extLst>
          </p:cNvPr>
          <p:cNvCxnSpPr>
            <a:cxnSpLocks/>
          </p:cNvCxnSpPr>
          <p:nvPr/>
        </p:nvCxnSpPr>
        <p:spPr>
          <a:xfrm flipV="1">
            <a:off x="8078953" y="4866290"/>
            <a:ext cx="433319" cy="172958"/>
          </a:xfrm>
          <a:prstGeom prst="line">
            <a:avLst/>
          </a:prstGeom>
          <a:ln w="57150">
            <a:solidFill>
              <a:schemeClr val="tx2">
                <a:lumMod val="40000"/>
                <a:lumOff val="6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to 37">
            <a:extLst>
              <a:ext uri="{FF2B5EF4-FFF2-40B4-BE49-F238E27FC236}">
                <a16:creationId xmlns:a16="http://schemas.microsoft.com/office/drawing/2014/main" id="{089ED142-2904-E1B2-85E7-E4F1EA894F0A}"/>
              </a:ext>
            </a:extLst>
          </p:cNvPr>
          <p:cNvCxnSpPr>
            <a:cxnSpLocks/>
          </p:cNvCxnSpPr>
          <p:nvPr/>
        </p:nvCxnSpPr>
        <p:spPr>
          <a:xfrm flipV="1">
            <a:off x="6942456" y="1881352"/>
            <a:ext cx="432347" cy="695809"/>
          </a:xfrm>
          <a:prstGeom prst="line">
            <a:avLst/>
          </a:prstGeom>
          <a:ln w="57150">
            <a:solidFill>
              <a:schemeClr val="tx2">
                <a:lumMod val="40000"/>
                <a:lumOff val="6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to 39">
            <a:extLst>
              <a:ext uri="{FF2B5EF4-FFF2-40B4-BE49-F238E27FC236}">
                <a16:creationId xmlns:a16="http://schemas.microsoft.com/office/drawing/2014/main" id="{F5E6D606-74A2-9A12-1897-129445A5BFBA}"/>
              </a:ext>
            </a:extLst>
          </p:cNvPr>
          <p:cNvCxnSpPr>
            <a:cxnSpLocks/>
          </p:cNvCxnSpPr>
          <p:nvPr/>
        </p:nvCxnSpPr>
        <p:spPr>
          <a:xfrm flipH="1" flipV="1">
            <a:off x="7750802" y="1765174"/>
            <a:ext cx="993805" cy="711764"/>
          </a:xfrm>
          <a:prstGeom prst="line">
            <a:avLst/>
          </a:prstGeom>
          <a:ln w="57150">
            <a:solidFill>
              <a:schemeClr val="tx2">
                <a:lumMod val="40000"/>
                <a:lumOff val="6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to 42">
            <a:extLst>
              <a:ext uri="{FF2B5EF4-FFF2-40B4-BE49-F238E27FC236}">
                <a16:creationId xmlns:a16="http://schemas.microsoft.com/office/drawing/2014/main" id="{04B64A88-6982-BE6F-001A-9C3EF2489561}"/>
              </a:ext>
            </a:extLst>
          </p:cNvPr>
          <p:cNvCxnSpPr>
            <a:cxnSpLocks/>
          </p:cNvCxnSpPr>
          <p:nvPr/>
        </p:nvCxnSpPr>
        <p:spPr>
          <a:xfrm>
            <a:off x="8686600" y="3509356"/>
            <a:ext cx="759469" cy="513914"/>
          </a:xfrm>
          <a:prstGeom prst="line">
            <a:avLst/>
          </a:prstGeom>
          <a:ln w="57150">
            <a:solidFill>
              <a:schemeClr val="tx2">
                <a:lumMod val="40000"/>
                <a:lumOff val="6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tângulo 55">
            <a:extLst>
              <a:ext uri="{FF2B5EF4-FFF2-40B4-BE49-F238E27FC236}">
                <a16:creationId xmlns:a16="http://schemas.microsoft.com/office/drawing/2014/main" id="{214139E3-3E92-6C4E-3567-DE24C67505AE}"/>
              </a:ext>
            </a:extLst>
          </p:cNvPr>
          <p:cNvSpPr/>
          <p:nvPr/>
        </p:nvSpPr>
        <p:spPr>
          <a:xfrm rot="3452032">
            <a:off x="9764354" y="1629752"/>
            <a:ext cx="418672" cy="84001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8" name="Retângulo 57">
            <a:extLst>
              <a:ext uri="{FF2B5EF4-FFF2-40B4-BE49-F238E27FC236}">
                <a16:creationId xmlns:a16="http://schemas.microsoft.com/office/drawing/2014/main" id="{70C85A4F-D99C-63E2-EE88-8DA99D4DFBA0}"/>
              </a:ext>
            </a:extLst>
          </p:cNvPr>
          <p:cNvSpPr/>
          <p:nvPr/>
        </p:nvSpPr>
        <p:spPr>
          <a:xfrm rot="6832287">
            <a:off x="9445035" y="4733682"/>
            <a:ext cx="418672" cy="84001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73A9407B-0E6A-B8E4-459A-F42431F51B9D}"/>
              </a:ext>
            </a:extLst>
          </p:cNvPr>
          <p:cNvCxnSpPr>
            <a:cxnSpLocks/>
          </p:cNvCxnSpPr>
          <p:nvPr/>
        </p:nvCxnSpPr>
        <p:spPr>
          <a:xfrm>
            <a:off x="8918374" y="4850904"/>
            <a:ext cx="1192921" cy="505868"/>
          </a:xfrm>
          <a:prstGeom prst="line">
            <a:avLst/>
          </a:prstGeom>
          <a:ln w="57150">
            <a:solidFill>
              <a:schemeClr val="tx2">
                <a:lumMod val="40000"/>
                <a:lumOff val="60000"/>
              </a:schemeClr>
            </a:solidFill>
            <a:prstDash val="sys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tângulo 56">
            <a:extLst>
              <a:ext uri="{FF2B5EF4-FFF2-40B4-BE49-F238E27FC236}">
                <a16:creationId xmlns:a16="http://schemas.microsoft.com/office/drawing/2014/main" id="{937BE0D7-2925-4ED9-45B9-BD26D0FC40C2}"/>
              </a:ext>
            </a:extLst>
          </p:cNvPr>
          <p:cNvSpPr/>
          <p:nvPr/>
        </p:nvSpPr>
        <p:spPr>
          <a:xfrm rot="3452032">
            <a:off x="10165872" y="3198258"/>
            <a:ext cx="418672" cy="84001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8" name="Conector reto 47">
            <a:extLst>
              <a:ext uri="{FF2B5EF4-FFF2-40B4-BE49-F238E27FC236}">
                <a16:creationId xmlns:a16="http://schemas.microsoft.com/office/drawing/2014/main" id="{33AA40FA-9F51-D71B-C666-7B927EAD619F}"/>
              </a:ext>
            </a:extLst>
          </p:cNvPr>
          <p:cNvCxnSpPr>
            <a:cxnSpLocks/>
          </p:cNvCxnSpPr>
          <p:nvPr/>
        </p:nvCxnSpPr>
        <p:spPr>
          <a:xfrm flipV="1">
            <a:off x="9817892" y="3291665"/>
            <a:ext cx="1067828" cy="702266"/>
          </a:xfrm>
          <a:prstGeom prst="line">
            <a:avLst/>
          </a:prstGeom>
          <a:ln w="57150">
            <a:solidFill>
              <a:schemeClr val="tx2">
                <a:lumMod val="40000"/>
                <a:lumOff val="60000"/>
              </a:schemeClr>
            </a:solidFill>
            <a:prstDash val="sys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to 50">
            <a:extLst>
              <a:ext uri="{FF2B5EF4-FFF2-40B4-BE49-F238E27FC236}">
                <a16:creationId xmlns:a16="http://schemas.microsoft.com/office/drawing/2014/main" id="{6BD6C53B-9B78-26CC-F578-EE900A408F35}"/>
              </a:ext>
            </a:extLst>
          </p:cNvPr>
          <p:cNvCxnSpPr>
            <a:cxnSpLocks/>
          </p:cNvCxnSpPr>
          <p:nvPr/>
        </p:nvCxnSpPr>
        <p:spPr>
          <a:xfrm flipV="1">
            <a:off x="9191865" y="1714577"/>
            <a:ext cx="1265928" cy="812138"/>
          </a:xfrm>
          <a:prstGeom prst="line">
            <a:avLst/>
          </a:prstGeom>
          <a:ln w="57150">
            <a:solidFill>
              <a:schemeClr val="tx2">
                <a:lumMod val="40000"/>
                <a:lumOff val="60000"/>
              </a:schemeClr>
            </a:solidFill>
            <a:prstDash val="sys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CaixaDeTexto 62">
            <a:extLst>
              <a:ext uri="{FF2B5EF4-FFF2-40B4-BE49-F238E27FC236}">
                <a16:creationId xmlns:a16="http://schemas.microsoft.com/office/drawing/2014/main" id="{2F97D0A6-8504-ECFA-4C2F-572A091CF8F7}"/>
              </a:ext>
            </a:extLst>
          </p:cNvPr>
          <p:cNvSpPr txBox="1"/>
          <p:nvPr/>
        </p:nvSpPr>
        <p:spPr>
          <a:xfrm>
            <a:off x="3160419" y="2396183"/>
            <a:ext cx="24967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800" dirty="0">
                <a:ln w="19050">
                  <a:solidFill>
                    <a:schemeClr val="bg1"/>
                  </a:solidFill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Araújo</a:t>
            </a:r>
          </a:p>
        </p:txBody>
      </p:sp>
      <p:sp>
        <p:nvSpPr>
          <p:cNvPr id="1027" name="CaixaDeTexto 1026">
            <a:extLst>
              <a:ext uri="{FF2B5EF4-FFF2-40B4-BE49-F238E27FC236}">
                <a16:creationId xmlns:a16="http://schemas.microsoft.com/office/drawing/2014/main" id="{050E72BC-2BE2-851B-3A23-5DF642E4F9CB}"/>
              </a:ext>
            </a:extLst>
          </p:cNvPr>
          <p:cNvSpPr txBox="1"/>
          <p:nvPr/>
        </p:nvSpPr>
        <p:spPr>
          <a:xfrm>
            <a:off x="2452294" y="3703899"/>
            <a:ext cx="306173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4000" dirty="0">
                <a:ln w="19050">
                  <a:solidFill>
                    <a:schemeClr val="bg1"/>
                  </a:solidFill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Simulações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7915021E-48DA-F557-4775-234DE6B72FB2}"/>
              </a:ext>
            </a:extLst>
          </p:cNvPr>
          <p:cNvSpPr txBox="1"/>
          <p:nvPr/>
        </p:nvSpPr>
        <p:spPr>
          <a:xfrm>
            <a:off x="3493371" y="1751852"/>
            <a:ext cx="23191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800" dirty="0">
                <a:ln w="19050">
                  <a:solidFill>
                    <a:schemeClr val="bg1"/>
                  </a:solidFill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Lucas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DAC3A8E-3849-33F2-82AC-FCEF9B0D2E9B}"/>
              </a:ext>
            </a:extLst>
          </p:cNvPr>
          <p:cNvSpPr txBox="1"/>
          <p:nvPr/>
        </p:nvSpPr>
        <p:spPr>
          <a:xfrm>
            <a:off x="1468849" y="4211751"/>
            <a:ext cx="42274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4000" dirty="0">
                <a:ln w="19050">
                  <a:solidFill>
                    <a:schemeClr val="bg1"/>
                  </a:solidFill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Computacionais</a:t>
            </a:r>
          </a:p>
        </p:txBody>
      </p:sp>
    </p:spTree>
    <p:extLst>
      <p:ext uri="{BB962C8B-B14F-4D97-AF65-F5344CB8AC3E}">
        <p14:creationId xmlns:p14="http://schemas.microsoft.com/office/powerpoint/2010/main" val="33962984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F2B0F4B0-349D-458F-255B-8379ECE20569}"/>
              </a:ext>
            </a:extLst>
          </p:cNvPr>
          <p:cNvSpPr/>
          <p:nvPr/>
        </p:nvSpPr>
        <p:spPr>
          <a:xfrm>
            <a:off x="114930" y="910680"/>
            <a:ext cx="8763121" cy="54898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B4AFA32-49D7-0690-DB35-22F99C40A5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988" y="989045"/>
            <a:ext cx="5262099" cy="5411474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1642103A-9843-5A6A-7DD5-5660F367C9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 flipH="1">
            <a:off x="6021461" y="694702"/>
            <a:ext cx="2408264" cy="2996951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8C5205C5-2944-7913-E92C-B2E466C658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3134" y="3573709"/>
            <a:ext cx="3304917" cy="2826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624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tângulo 18">
            <a:extLst>
              <a:ext uri="{FF2B5EF4-FFF2-40B4-BE49-F238E27FC236}">
                <a16:creationId xmlns:a16="http://schemas.microsoft.com/office/drawing/2014/main" id="{36BB1B52-5FBA-D73C-64EB-C558ADEE5AEA}"/>
              </a:ext>
            </a:extLst>
          </p:cNvPr>
          <p:cNvSpPr/>
          <p:nvPr/>
        </p:nvSpPr>
        <p:spPr>
          <a:xfrm>
            <a:off x="2251640" y="635620"/>
            <a:ext cx="7037325" cy="47472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" name="Picture 2" descr="camaratodoposter">
            <a:extLst>
              <a:ext uri="{FF2B5EF4-FFF2-40B4-BE49-F238E27FC236}">
                <a16:creationId xmlns:a16="http://schemas.microsoft.com/office/drawing/2014/main" id="{098CE166-84C0-C627-A653-28BE1FE808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9441" y="866721"/>
            <a:ext cx="6235065" cy="45161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A5239E86-9ED9-7F21-1F50-E052136733FA}"/>
              </a:ext>
            </a:extLst>
          </p:cNvPr>
          <p:cNvSpPr txBox="1"/>
          <p:nvPr/>
        </p:nvSpPr>
        <p:spPr>
          <a:xfrm>
            <a:off x="3877158" y="5003368"/>
            <a:ext cx="1505243" cy="3794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Fonte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6CC5A3C-9B24-4F43-016A-AFF87483A4CE}"/>
              </a:ext>
            </a:extLst>
          </p:cNvPr>
          <p:cNvSpPr txBox="1"/>
          <p:nvPr/>
        </p:nvSpPr>
        <p:spPr>
          <a:xfrm>
            <a:off x="5531552" y="2100279"/>
            <a:ext cx="1505243" cy="3794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Filtro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9C0442C4-74F3-B231-3E2B-C9B590289CE5}"/>
              </a:ext>
            </a:extLst>
          </p:cNvPr>
          <p:cNvSpPr txBox="1"/>
          <p:nvPr/>
        </p:nvSpPr>
        <p:spPr>
          <a:xfrm>
            <a:off x="5883203" y="1056184"/>
            <a:ext cx="16605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Câmara de Extrapolação</a:t>
            </a:r>
          </a:p>
        </p:txBody>
      </p:sp>
      <p:pic>
        <p:nvPicPr>
          <p:cNvPr id="12" name="Picture 2" descr="Resultado de imagem para PTW 23392">
            <a:extLst>
              <a:ext uri="{FF2B5EF4-FFF2-40B4-BE49-F238E27FC236}">
                <a16:creationId xmlns:a16="http://schemas.microsoft.com/office/drawing/2014/main" id="{3B57074D-3FCC-9581-201F-37CE2D643F0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9457" y="2458334"/>
            <a:ext cx="1505243" cy="1019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AA738310-BCEF-8B00-83BA-096C6D30DF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1641" y="2845243"/>
            <a:ext cx="1159196" cy="1156362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F0E84119-18EE-F197-C623-6470C998D7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0837" y="973401"/>
            <a:ext cx="2120715" cy="1316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29654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1040</TotalTime>
  <Words>17</Words>
  <Application>Microsoft Office PowerPoint</Application>
  <PresentationFormat>Widescreen</PresentationFormat>
  <Paragraphs>14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10" baseType="lpstr">
      <vt:lpstr>Arial</vt:lpstr>
      <vt:lpstr>Arial Rounded MT Bold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Lucas Fabrício</dc:creator>
  <cp:lastModifiedBy>Lucas Fabrício</cp:lastModifiedBy>
  <cp:revision>6</cp:revision>
  <dcterms:created xsi:type="dcterms:W3CDTF">2026-08-08T01:41:31Z</dcterms:created>
  <dcterms:modified xsi:type="dcterms:W3CDTF">2026-08-09T23:13:13Z</dcterms:modified>
</cp:coreProperties>
</file>